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500" r:id="rId3"/>
    <p:sldId id="488" r:id="rId4"/>
    <p:sldId id="473" r:id="rId5"/>
    <p:sldId id="472" r:id="rId6"/>
    <p:sldId id="486" r:id="rId7"/>
    <p:sldId id="487" r:id="rId8"/>
    <p:sldId id="491" r:id="rId9"/>
    <p:sldId id="492" r:id="rId10"/>
    <p:sldId id="493" r:id="rId11"/>
    <p:sldId id="490" r:id="rId12"/>
    <p:sldId id="499" r:id="rId13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 纤" initials="陈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58F8"/>
    <a:srgbClr val="DFEEF6"/>
    <a:srgbClr val="CDE8FF"/>
    <a:srgbClr val="004C5F"/>
    <a:srgbClr val="38FDFF"/>
    <a:srgbClr val="016F7A"/>
    <a:srgbClr val="036677"/>
    <a:srgbClr val="08FFC8"/>
    <a:srgbClr val="237C8F"/>
    <a:srgbClr val="2766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63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E7B9-16E9-4D9A-8522-2C0490F01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C7AB8-F77D-48E7-AD43-F1E3EBBBC5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E7B9-16E9-4D9A-8522-2C0490F01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C7AB8-F77D-48E7-AD43-F1E3EBBBC5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E7B9-16E9-4D9A-8522-2C0490F01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C7AB8-F77D-48E7-AD43-F1E3EBBBC5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E7B9-16E9-4D9A-8522-2C0490F01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C7AB8-F77D-48E7-AD43-F1E3EBBBC5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E7B9-16E9-4D9A-8522-2C0490F01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C7AB8-F77D-48E7-AD43-F1E3EBBBC5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E7B9-16E9-4D9A-8522-2C0490F01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C7AB8-F77D-48E7-AD43-F1E3EBBBC5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E7B9-16E9-4D9A-8522-2C0490F01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C7AB8-F77D-48E7-AD43-F1E3EBBBC5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E7B9-16E9-4D9A-8522-2C0490F01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C7AB8-F77D-48E7-AD43-F1E3EBBBC5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E7B9-16E9-4D9A-8522-2C0490F01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C7AB8-F77D-48E7-AD43-F1E3EBBBC5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E7B9-16E9-4D9A-8522-2C0490F01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C7AB8-F77D-48E7-AD43-F1E3EBBBC5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E7B9-16E9-4D9A-8522-2C0490F01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C7AB8-F77D-48E7-AD43-F1E3EBBBC5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AE7B9-16E9-4D9A-8522-2C0490F01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C7AB8-F77D-48E7-AD43-F1E3EBBBC5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3" Type="http://schemas.openxmlformats.org/officeDocument/2006/relationships/slideLayout" Target="../slideLayouts/slideLayout7.xml"/><Relationship Id="rId12" Type="http://schemas.openxmlformats.org/officeDocument/2006/relationships/slide" Target="slide8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image" Target="../media/image8.png"/><Relationship Id="rId3" Type="http://schemas.openxmlformats.org/officeDocument/2006/relationships/tags" Target="../tags/tag45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62.xml"/><Relationship Id="rId21" Type="http://schemas.openxmlformats.org/officeDocument/2006/relationships/tags" Target="../tags/tag61.xml"/><Relationship Id="rId20" Type="http://schemas.openxmlformats.org/officeDocument/2006/relationships/tags" Target="../tags/tag60.xml"/><Relationship Id="rId2" Type="http://schemas.openxmlformats.org/officeDocument/2006/relationships/tags" Target="../tags/tag44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F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 descr="科技风通用科技几何六边形背景图片素材"/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995930" y="2371725"/>
            <a:ext cx="6210300" cy="1343025"/>
            <a:chOff x="4485" y="3735"/>
            <a:chExt cx="9780" cy="2115"/>
          </a:xfrm>
        </p:grpSpPr>
        <p:sp>
          <p:nvSpPr>
            <p:cNvPr id="3" name="矩形 2"/>
            <p:cNvSpPr/>
            <p:nvPr/>
          </p:nvSpPr>
          <p:spPr>
            <a:xfrm>
              <a:off x="4485" y="3735"/>
              <a:ext cx="9780" cy="2115"/>
            </a:xfrm>
            <a:prstGeom prst="rect">
              <a:avLst/>
            </a:prstGeom>
            <a:solidFill>
              <a:srgbClr val="33999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325" y="4076"/>
              <a:ext cx="8085" cy="14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4800" b="1">
                  <a:solidFill>
                    <a:schemeClr val="bg1"/>
                  </a:solidFill>
                </a:rPr>
                <a:t>0xAA Command</a:t>
              </a:r>
              <a:endParaRPr lang="en-US" altLang="zh-CN" sz="4800" b="1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73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3601085" y="360045"/>
            <a:ext cx="5086350" cy="991870"/>
            <a:chOff x="8381" y="5614"/>
            <a:chExt cx="8010" cy="1562"/>
          </a:xfrm>
        </p:grpSpPr>
        <p:grpSp>
          <p:nvGrpSpPr>
            <p:cNvPr id="28" name="组合 27"/>
            <p:cNvGrpSpPr/>
            <p:nvPr/>
          </p:nvGrpSpPr>
          <p:grpSpPr>
            <a:xfrm>
              <a:off x="8384" y="5614"/>
              <a:ext cx="8007" cy="340"/>
              <a:chOff x="8384" y="5614"/>
              <a:chExt cx="8007" cy="340"/>
            </a:xfrm>
          </p:grpSpPr>
          <p:cxnSp>
            <p:nvCxnSpPr>
              <p:cNvPr id="29" name="直接连接符 28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2C7196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 rot="10800000">
              <a:off x="8381" y="6836"/>
              <a:ext cx="8007" cy="340"/>
              <a:chOff x="8384" y="5614"/>
              <a:chExt cx="8007" cy="340"/>
            </a:xfrm>
          </p:grpSpPr>
          <p:cxnSp>
            <p:nvCxnSpPr>
              <p:cNvPr id="33" name="直接连接符 32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2C7196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6" name="矩形 35"/>
            <p:cNvSpPr/>
            <p:nvPr/>
          </p:nvSpPr>
          <p:spPr>
            <a:xfrm>
              <a:off x="8660" y="5831"/>
              <a:ext cx="7452" cy="1128"/>
            </a:xfrm>
            <a:prstGeom prst="rect">
              <a:avLst/>
            </a:prstGeom>
            <a:solidFill>
              <a:srgbClr val="2C7196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756" y="5839"/>
              <a:ext cx="7228" cy="111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zh-CN" altLang="en-US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Operating </a:t>
              </a:r>
              <a:r>
                <a:rPr lang="en-US" altLang="zh-CN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Steps</a:t>
              </a:r>
              <a:endParaRPr lang="en-US" altLang="zh-CN" sz="4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1"/>
            </p:custDataLst>
          </p:nvPr>
        </p:nvGrpSpPr>
        <p:grpSpPr>
          <a:xfrm>
            <a:off x="2107565" y="2292350"/>
            <a:ext cx="8024495" cy="1952625"/>
            <a:chOff x="4765" y="3250"/>
            <a:chExt cx="12637" cy="3075"/>
          </a:xfrm>
        </p:grpSpPr>
        <p:cxnSp>
          <p:nvCxnSpPr>
            <p:cNvPr id="39" name="直接箭头连接符 38"/>
            <p:cNvCxnSpPr/>
            <p:nvPr>
              <p:custDataLst>
                <p:tags r:id="rId2"/>
              </p:custDataLst>
            </p:nvPr>
          </p:nvCxnSpPr>
          <p:spPr>
            <a:xfrm>
              <a:off x="7908" y="4735"/>
              <a:ext cx="1545" cy="0"/>
            </a:xfrm>
            <a:prstGeom prst="straightConnector1">
              <a:avLst/>
            </a:prstGeom>
            <a:ln w="50800">
              <a:solidFill>
                <a:schemeClr val="bg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>
              <p:custDataLst>
                <p:tags r:id="rId3"/>
              </p:custDataLst>
            </p:nvPr>
          </p:nvCxnSpPr>
          <p:spPr>
            <a:xfrm>
              <a:off x="12804" y="4735"/>
              <a:ext cx="1545" cy="0"/>
            </a:xfrm>
            <a:prstGeom prst="straightConnector1">
              <a:avLst/>
            </a:prstGeom>
            <a:ln w="50800">
              <a:solidFill>
                <a:schemeClr val="bg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4" name="组合 13"/>
            <p:cNvGrpSpPr/>
            <p:nvPr/>
          </p:nvGrpSpPr>
          <p:grpSpPr>
            <a:xfrm>
              <a:off x="4765" y="3250"/>
              <a:ext cx="2865" cy="3074"/>
              <a:chOff x="4765" y="3250"/>
              <a:chExt cx="2865" cy="3074"/>
            </a:xfrm>
          </p:grpSpPr>
          <p:sp>
            <p:nvSpPr>
              <p:cNvPr id="38" name="矩形 37"/>
              <p:cNvSpPr/>
              <p:nvPr>
                <p:custDataLst>
                  <p:tags r:id="rId4"/>
                </p:custDataLst>
              </p:nvPr>
            </p:nvSpPr>
            <p:spPr>
              <a:xfrm rot="16200000">
                <a:off x="4660" y="3354"/>
                <a:ext cx="3074" cy="2865"/>
              </a:xfrm>
              <a:prstGeom prst="rect">
                <a:avLst/>
              </a:prstGeom>
              <a:solidFill>
                <a:srgbClr val="4C6999"/>
              </a:solidFill>
              <a:ln w="41275"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" name="文本框 1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523" y="3435"/>
                <a:ext cx="1425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2400" b="1">
                    <a:solidFill>
                      <a:schemeClr val="bg1"/>
                    </a:solidFill>
                  </a:rPr>
                  <a:t>①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文本框 4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765" y="4129"/>
                <a:ext cx="2865" cy="1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2400">
                    <a:solidFill>
                      <a:schemeClr val="bg1"/>
                    </a:solidFill>
                  </a:rPr>
                  <a:t>File Starting Location</a:t>
                </a:r>
                <a:endParaRPr lang="zh-CN" altLang="en-US" sz="24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9651" y="3250"/>
              <a:ext cx="2865" cy="3074"/>
              <a:chOff x="4765" y="3250"/>
              <a:chExt cx="2865" cy="3074"/>
            </a:xfrm>
          </p:grpSpPr>
          <p:sp>
            <p:nvSpPr>
              <p:cNvPr id="16" name="矩形 15"/>
              <p:cNvSpPr/>
              <p:nvPr>
                <p:custDataLst>
                  <p:tags r:id="rId7"/>
                </p:custDataLst>
              </p:nvPr>
            </p:nvSpPr>
            <p:spPr>
              <a:xfrm rot="16200000">
                <a:off x="4660" y="3354"/>
                <a:ext cx="3074" cy="2865"/>
              </a:xfrm>
              <a:prstGeom prst="rect">
                <a:avLst/>
              </a:prstGeom>
              <a:solidFill>
                <a:srgbClr val="4C6999"/>
              </a:solidFill>
              <a:ln w="41275"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" name="文本框 16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523" y="3435"/>
                <a:ext cx="1425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2400" b="1">
                    <a:solidFill>
                      <a:schemeClr val="bg1"/>
                    </a:solidFill>
                  </a:rPr>
                  <a:t>②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765" y="4424"/>
                <a:ext cx="2865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400">
                    <a:solidFill>
                      <a:schemeClr val="bg1"/>
                    </a:solidFill>
                  </a:rPr>
                  <a:t>File</a:t>
                </a:r>
                <a:r>
                  <a:rPr lang="zh-CN" altLang="en-US" sz="240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400">
                    <a:solidFill>
                      <a:schemeClr val="bg1"/>
                    </a:solidFill>
                  </a:rPr>
                  <a:t>to VP</a:t>
                </a:r>
                <a:endParaRPr lang="en-US" altLang="zh-CN" sz="24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4537" y="3251"/>
              <a:ext cx="2865" cy="3074"/>
              <a:chOff x="4765" y="3250"/>
              <a:chExt cx="2865" cy="3074"/>
            </a:xfrm>
          </p:grpSpPr>
          <p:sp>
            <p:nvSpPr>
              <p:cNvPr id="20" name="矩形 19"/>
              <p:cNvSpPr/>
              <p:nvPr>
                <p:custDataLst>
                  <p:tags r:id="rId10"/>
                </p:custDataLst>
              </p:nvPr>
            </p:nvSpPr>
            <p:spPr>
              <a:xfrm rot="16200000">
                <a:off x="4660" y="3354"/>
                <a:ext cx="3074" cy="2865"/>
              </a:xfrm>
              <a:prstGeom prst="rect">
                <a:avLst/>
              </a:prstGeom>
              <a:solidFill>
                <a:srgbClr val="4C6999"/>
              </a:solidFill>
              <a:ln w="41275"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" name="文本框 20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523" y="3435"/>
                <a:ext cx="1425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2400" b="1">
                    <a:solidFill>
                      <a:schemeClr val="bg1"/>
                    </a:solidFill>
                  </a:rPr>
                  <a:t>③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765" y="4423"/>
                <a:ext cx="2865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400">
                    <a:solidFill>
                      <a:schemeClr val="bg1"/>
                    </a:solidFill>
                  </a:rPr>
                  <a:t>VP to Flash</a:t>
                </a:r>
                <a:endParaRPr lang="en-US" altLang="zh-CN" sz="240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73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4496435" y="2793365"/>
            <a:ext cx="3124835" cy="1885950"/>
            <a:chOff x="7081" y="4399"/>
            <a:chExt cx="4921" cy="2970"/>
          </a:xfrm>
        </p:grpSpPr>
        <p:sp>
          <p:nvSpPr>
            <p:cNvPr id="2" name="矩形 1"/>
            <p:cNvSpPr/>
            <p:nvPr/>
          </p:nvSpPr>
          <p:spPr>
            <a:xfrm rot="16200000">
              <a:off x="8057" y="3424"/>
              <a:ext cx="2970" cy="4921"/>
            </a:xfrm>
            <a:prstGeom prst="rect">
              <a:avLst/>
            </a:prstGeom>
            <a:solidFill>
              <a:srgbClr val="4C6999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081" y="5400"/>
              <a:ext cx="4921" cy="111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altLang="zh-CN" sz="4000" b="1">
                  <a:solidFill>
                    <a:schemeClr val="bg1"/>
                  </a:solidFill>
                  <a:effectLst/>
                </a:rPr>
                <a:t>16MB Flash</a:t>
              </a:r>
              <a:endParaRPr lang="en-US" altLang="zh-CN" sz="4000" b="1">
                <a:solidFill>
                  <a:schemeClr val="bg1"/>
                </a:solidFill>
                <a:effectLst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600325" y="360045"/>
            <a:ext cx="6990715" cy="1056005"/>
            <a:chOff x="8381" y="5614"/>
            <a:chExt cx="8010" cy="1663"/>
          </a:xfrm>
        </p:grpSpPr>
        <p:grpSp>
          <p:nvGrpSpPr>
            <p:cNvPr id="28" name="组合 27"/>
            <p:cNvGrpSpPr/>
            <p:nvPr/>
          </p:nvGrpSpPr>
          <p:grpSpPr>
            <a:xfrm>
              <a:off x="8384" y="5614"/>
              <a:ext cx="8007" cy="340"/>
              <a:chOff x="8384" y="5614"/>
              <a:chExt cx="8007" cy="340"/>
            </a:xfrm>
          </p:grpSpPr>
          <p:cxnSp>
            <p:nvCxnSpPr>
              <p:cNvPr id="29" name="直接连接符 28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2C7196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 rot="10800000">
              <a:off x="8381" y="6836"/>
              <a:ext cx="8007" cy="340"/>
              <a:chOff x="8384" y="5614"/>
              <a:chExt cx="8007" cy="340"/>
            </a:xfrm>
          </p:grpSpPr>
          <p:cxnSp>
            <p:nvCxnSpPr>
              <p:cNvPr id="33" name="直接连接符 32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2C7196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6" name="矩形 35"/>
            <p:cNvSpPr/>
            <p:nvPr/>
          </p:nvSpPr>
          <p:spPr>
            <a:xfrm>
              <a:off x="8660" y="5831"/>
              <a:ext cx="7452" cy="1128"/>
            </a:xfrm>
            <a:prstGeom prst="rect">
              <a:avLst/>
            </a:prstGeom>
            <a:solidFill>
              <a:srgbClr val="2C7196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764" y="5839"/>
              <a:ext cx="7228" cy="1438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p>
              <a:pPr algn="ctr"/>
              <a:r>
                <a:rPr lang="en-US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1. File Starting Location</a:t>
              </a:r>
              <a:endParaRPr lang="en-US" sz="4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73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0" name="组合 29"/>
          <p:cNvGrpSpPr/>
          <p:nvPr/>
        </p:nvGrpSpPr>
        <p:grpSpPr>
          <a:xfrm rot="16200000">
            <a:off x="5115560" y="2174240"/>
            <a:ext cx="1885950" cy="3124200"/>
            <a:chOff x="6945" y="3540"/>
            <a:chExt cx="2970" cy="4920"/>
          </a:xfrm>
        </p:grpSpPr>
        <p:grpSp>
          <p:nvGrpSpPr>
            <p:cNvPr id="9" name="组合 8"/>
            <p:cNvGrpSpPr/>
            <p:nvPr/>
          </p:nvGrpSpPr>
          <p:grpSpPr>
            <a:xfrm>
              <a:off x="6945" y="3540"/>
              <a:ext cx="2970" cy="4920"/>
              <a:chOff x="4792" y="3225"/>
              <a:chExt cx="2970" cy="4920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4792" y="3225"/>
                <a:ext cx="2970" cy="4921"/>
              </a:xfrm>
              <a:prstGeom prst="rect">
                <a:avLst/>
              </a:prstGeom>
              <a:solidFill>
                <a:srgbClr val="4C6999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4792" y="4186"/>
                <a:ext cx="2962" cy="2985"/>
                <a:chOff x="10890" y="4200"/>
                <a:chExt cx="2962" cy="2985"/>
              </a:xfrm>
            </p:grpSpPr>
            <p:cxnSp>
              <p:nvCxnSpPr>
                <p:cNvPr id="4" name="直接连接符 3"/>
                <p:cNvCxnSpPr/>
                <p:nvPr/>
              </p:nvCxnSpPr>
              <p:spPr>
                <a:xfrm>
                  <a:off x="10890" y="4200"/>
                  <a:ext cx="2962" cy="15"/>
                </a:xfrm>
                <a:prstGeom prst="line">
                  <a:avLst/>
                </a:prstGeom>
                <a:ln w="28575" cmpd="sng">
                  <a:solidFill>
                    <a:srgbClr val="FFFFFF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直接连接符 4"/>
                <p:cNvCxnSpPr/>
                <p:nvPr/>
              </p:nvCxnSpPr>
              <p:spPr>
                <a:xfrm flipV="1">
                  <a:off x="10890" y="5179"/>
                  <a:ext cx="2948" cy="16"/>
                </a:xfrm>
                <a:prstGeom prst="line">
                  <a:avLst/>
                </a:prstGeom>
                <a:ln w="28575" cmpd="sng">
                  <a:solidFill>
                    <a:srgbClr val="FFFFFF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直接连接符 5"/>
                <p:cNvCxnSpPr/>
                <p:nvPr/>
              </p:nvCxnSpPr>
              <p:spPr>
                <a:xfrm flipV="1">
                  <a:off x="10890" y="6175"/>
                  <a:ext cx="2948" cy="15"/>
                </a:xfrm>
                <a:prstGeom prst="line">
                  <a:avLst/>
                </a:prstGeom>
                <a:ln w="28575" cmpd="sng">
                  <a:solidFill>
                    <a:srgbClr val="FFFFFF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直接连接符 6"/>
                <p:cNvCxnSpPr/>
                <p:nvPr/>
              </p:nvCxnSpPr>
              <p:spPr>
                <a:xfrm flipV="1">
                  <a:off x="10890" y="7169"/>
                  <a:ext cx="2962" cy="16"/>
                </a:xfrm>
                <a:prstGeom prst="line">
                  <a:avLst/>
                </a:prstGeom>
                <a:ln w="28575" cmpd="sng">
                  <a:solidFill>
                    <a:srgbClr val="FFFFFF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" name="组合 28"/>
            <p:cNvGrpSpPr/>
            <p:nvPr/>
          </p:nvGrpSpPr>
          <p:grpSpPr>
            <a:xfrm>
              <a:off x="6946" y="4507"/>
              <a:ext cx="2969" cy="2794"/>
              <a:chOff x="6946" y="4507"/>
              <a:chExt cx="2969" cy="2794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6946" y="4507"/>
                <a:ext cx="2969" cy="990"/>
              </a:xfrm>
              <a:prstGeom prst="rect">
                <a:avLst/>
              </a:prstGeom>
              <a:noFill/>
              <a:ln w="63500" cap="rnd">
                <a:solidFill>
                  <a:srgbClr val="14FCFF"/>
                </a:solidFill>
                <a:round/>
              </a:ln>
              <a:effectLst>
                <a:glow rad="63500">
                  <a:schemeClr val="bg1">
                    <a:alpha val="75000"/>
                  </a:schemeClr>
                </a:glo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8356" y="5718"/>
                <a:ext cx="150" cy="600"/>
                <a:chOff x="12230" y="4430"/>
                <a:chExt cx="150" cy="600"/>
              </a:xfrm>
            </p:grpSpPr>
            <p:sp>
              <p:nvSpPr>
                <p:cNvPr id="22" name="椭圆 21"/>
                <p:cNvSpPr/>
                <p:nvPr/>
              </p:nvSpPr>
              <p:spPr>
                <a:xfrm>
                  <a:off x="12230" y="4430"/>
                  <a:ext cx="150" cy="15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3" name="椭圆 22"/>
                <p:cNvSpPr/>
                <p:nvPr/>
              </p:nvSpPr>
              <p:spPr>
                <a:xfrm>
                  <a:off x="12230" y="4655"/>
                  <a:ext cx="150" cy="15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4" name="椭圆 23"/>
                <p:cNvSpPr/>
                <p:nvPr/>
              </p:nvSpPr>
              <p:spPr>
                <a:xfrm>
                  <a:off x="12230" y="4880"/>
                  <a:ext cx="150" cy="15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8356" y="6701"/>
                <a:ext cx="150" cy="600"/>
                <a:chOff x="12230" y="4430"/>
                <a:chExt cx="150" cy="600"/>
              </a:xfrm>
            </p:grpSpPr>
            <p:sp>
              <p:nvSpPr>
                <p:cNvPr id="26" name="椭圆 25"/>
                <p:cNvSpPr/>
                <p:nvPr/>
              </p:nvSpPr>
              <p:spPr>
                <a:xfrm>
                  <a:off x="12230" y="4430"/>
                  <a:ext cx="150" cy="15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7" name="椭圆 26"/>
                <p:cNvSpPr/>
                <p:nvPr/>
              </p:nvSpPr>
              <p:spPr>
                <a:xfrm>
                  <a:off x="12230" y="4655"/>
                  <a:ext cx="150" cy="15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12230" y="4880"/>
                  <a:ext cx="150" cy="15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13" name="组合 12"/>
          <p:cNvGrpSpPr/>
          <p:nvPr/>
        </p:nvGrpSpPr>
        <p:grpSpPr>
          <a:xfrm>
            <a:off x="662305" y="1414145"/>
            <a:ext cx="4881880" cy="1424305"/>
            <a:chOff x="1043" y="2227"/>
            <a:chExt cx="7688" cy="2243"/>
          </a:xfrm>
        </p:grpSpPr>
        <p:grpSp>
          <p:nvGrpSpPr>
            <p:cNvPr id="34" name="组合 33"/>
            <p:cNvGrpSpPr/>
            <p:nvPr/>
          </p:nvGrpSpPr>
          <p:grpSpPr>
            <a:xfrm rot="0">
              <a:off x="6367" y="3040"/>
              <a:ext cx="2365" cy="1431"/>
              <a:chOff x="8583" y="3460"/>
              <a:chExt cx="2365" cy="1431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0682" y="4625"/>
                <a:ext cx="266" cy="266"/>
              </a:xfrm>
              <a:prstGeom prst="ellipse">
                <a:avLst/>
              </a:prstGeom>
              <a:solidFill>
                <a:srgbClr val="14FC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2" name="直接连接符 31"/>
              <p:cNvCxnSpPr>
                <a:stCxn id="31" idx="0"/>
              </p:cNvCxnSpPr>
              <p:nvPr/>
            </p:nvCxnSpPr>
            <p:spPr>
              <a:xfrm flipH="1" flipV="1">
                <a:off x="10429" y="3460"/>
                <a:ext cx="386" cy="1165"/>
              </a:xfrm>
              <a:prstGeom prst="line">
                <a:avLst/>
              </a:prstGeom>
              <a:ln w="19050">
                <a:solidFill>
                  <a:srgbClr val="14FCF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8583" y="3460"/>
                <a:ext cx="1846" cy="0"/>
              </a:xfrm>
              <a:prstGeom prst="line">
                <a:avLst/>
              </a:prstGeom>
              <a:ln w="19050">
                <a:solidFill>
                  <a:srgbClr val="14FCF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0" name="文本框 9"/>
            <p:cNvSpPr txBox="1"/>
            <p:nvPr/>
          </p:nvSpPr>
          <p:spPr>
            <a:xfrm>
              <a:off x="1043" y="2227"/>
              <a:ext cx="5204" cy="208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r"/>
              <a:r>
                <a:rPr lang="zh-CN" altLang="en-US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256KB storage block</a:t>
              </a:r>
              <a:endParaRPr lang="zh-CN" altLang="en-US" sz="4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115810" y="1047115"/>
            <a:ext cx="4525010" cy="1382395"/>
            <a:chOff x="8381" y="5614"/>
            <a:chExt cx="8010" cy="1562"/>
          </a:xfrm>
        </p:grpSpPr>
        <p:grpSp>
          <p:nvGrpSpPr>
            <p:cNvPr id="16" name="组合 15"/>
            <p:cNvGrpSpPr/>
            <p:nvPr/>
          </p:nvGrpSpPr>
          <p:grpSpPr>
            <a:xfrm>
              <a:off x="8384" y="5614"/>
              <a:ext cx="8007" cy="340"/>
              <a:chOff x="8384" y="5614"/>
              <a:chExt cx="8007" cy="340"/>
            </a:xfrm>
          </p:grpSpPr>
          <p:cxnSp>
            <p:nvCxnSpPr>
              <p:cNvPr id="35" name="直接连接符 34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3097A4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/>
            <p:cNvGrpSpPr/>
            <p:nvPr/>
          </p:nvGrpSpPr>
          <p:grpSpPr>
            <a:xfrm rot="10800000">
              <a:off x="8381" y="6836"/>
              <a:ext cx="8007" cy="340"/>
              <a:chOff x="8384" y="5614"/>
              <a:chExt cx="8007" cy="340"/>
            </a:xfrm>
          </p:grpSpPr>
          <p:cxnSp>
            <p:nvCxnSpPr>
              <p:cNvPr id="39" name="直接连接符 38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3097A4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2" name="矩形 41"/>
            <p:cNvSpPr/>
            <p:nvPr/>
          </p:nvSpPr>
          <p:spPr>
            <a:xfrm>
              <a:off x="8660" y="5831"/>
              <a:ext cx="7452" cy="1128"/>
            </a:xfrm>
            <a:prstGeom prst="rect">
              <a:avLst/>
            </a:prstGeom>
            <a:solidFill>
              <a:srgbClr val="005364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8724" y="5876"/>
              <a:ext cx="7388" cy="10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sz="28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13, 14, 22,32 files are stored in 256KB</a:t>
              </a:r>
              <a:endParaRPr sz="28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04470" y="362585"/>
            <a:ext cx="3171190" cy="914400"/>
            <a:chOff x="1350" y="3705"/>
            <a:chExt cx="3000" cy="1440"/>
          </a:xfrm>
        </p:grpSpPr>
        <p:sp>
          <p:nvSpPr>
            <p:cNvPr id="11" name="矩形 10"/>
            <p:cNvSpPr/>
            <p:nvPr/>
          </p:nvSpPr>
          <p:spPr>
            <a:xfrm>
              <a:off x="1350" y="3705"/>
              <a:ext cx="3000" cy="1440"/>
            </a:xfrm>
            <a:prstGeom prst="rect">
              <a:avLst/>
            </a:prstGeom>
            <a:solidFill>
              <a:srgbClr val="016F7A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560" y="3868"/>
              <a:ext cx="2580" cy="111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28000"/>
                      </a:srgbClr>
                    </a:glow>
                  </a:effectLst>
                </a:rPr>
                <a:t>Mode 1</a:t>
              </a:r>
              <a:endParaRPr lang="en-US" sz="4000">
                <a:solidFill>
                  <a:schemeClr val="bg1"/>
                </a:solidFill>
                <a:effectLst>
                  <a:glow rad="152400">
                    <a:srgbClr val="14FCFF">
                      <a:alpha val="28000"/>
                    </a:srgbClr>
                  </a:glow>
                </a:effectLst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4496435" y="4919980"/>
            <a:ext cx="3124835" cy="1027430"/>
            <a:chOff x="7081" y="7748"/>
            <a:chExt cx="4921" cy="1618"/>
          </a:xfrm>
        </p:grpSpPr>
        <p:sp>
          <p:nvSpPr>
            <p:cNvPr id="47" name="左大括号 46"/>
            <p:cNvSpPr/>
            <p:nvPr/>
          </p:nvSpPr>
          <p:spPr>
            <a:xfrm rot="16200000">
              <a:off x="9331" y="5497"/>
              <a:ext cx="420" cy="4921"/>
            </a:xfrm>
            <a:prstGeom prst="leftBrace">
              <a:avLst/>
            </a:prstGeom>
            <a:ln w="28575" cmpd="sng">
              <a:solidFill>
                <a:schemeClr val="bg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502" y="8253"/>
              <a:ext cx="4079" cy="111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altLang="zh-CN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64 pcs</a:t>
              </a:r>
              <a:endParaRPr lang="en-US" altLang="zh-CN" sz="4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310093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254557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73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16200000">
            <a:off x="5115560" y="2174240"/>
            <a:ext cx="1885950" cy="3124200"/>
            <a:chOff x="4792" y="3225"/>
            <a:chExt cx="2970" cy="4920"/>
          </a:xfrm>
        </p:grpSpPr>
        <p:sp>
          <p:nvSpPr>
            <p:cNvPr id="3" name="矩形 2"/>
            <p:cNvSpPr/>
            <p:nvPr/>
          </p:nvSpPr>
          <p:spPr>
            <a:xfrm>
              <a:off x="4792" y="3225"/>
              <a:ext cx="2970" cy="4921"/>
            </a:xfrm>
            <a:prstGeom prst="rect">
              <a:avLst/>
            </a:prstGeom>
            <a:solidFill>
              <a:srgbClr val="4C6999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4792" y="4186"/>
              <a:ext cx="2962" cy="2985"/>
              <a:chOff x="10890" y="4200"/>
              <a:chExt cx="2962" cy="2985"/>
            </a:xfrm>
          </p:grpSpPr>
          <p:cxnSp>
            <p:nvCxnSpPr>
              <p:cNvPr id="4" name="直接连接符 3"/>
              <p:cNvCxnSpPr/>
              <p:nvPr/>
            </p:nvCxnSpPr>
            <p:spPr>
              <a:xfrm>
                <a:off x="10890" y="4200"/>
                <a:ext cx="2962" cy="15"/>
              </a:xfrm>
              <a:prstGeom prst="line">
                <a:avLst/>
              </a:prstGeom>
              <a:ln w="28575" cmpd="sng">
                <a:solidFill>
                  <a:srgbClr val="FFFFFF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/>
              <p:nvPr/>
            </p:nvCxnSpPr>
            <p:spPr>
              <a:xfrm flipV="1">
                <a:off x="10890" y="5179"/>
                <a:ext cx="2948" cy="16"/>
              </a:xfrm>
              <a:prstGeom prst="line">
                <a:avLst/>
              </a:prstGeom>
              <a:ln w="28575" cmpd="sng">
                <a:solidFill>
                  <a:srgbClr val="FFFFFF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 flipV="1">
                <a:off x="10890" y="6175"/>
                <a:ext cx="2948" cy="15"/>
              </a:xfrm>
              <a:prstGeom prst="line">
                <a:avLst/>
              </a:prstGeom>
              <a:ln w="28575" cmpd="sng">
                <a:solidFill>
                  <a:srgbClr val="FFFFFF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V="1">
                <a:off x="10890" y="7169"/>
                <a:ext cx="2962" cy="16"/>
              </a:xfrm>
              <a:prstGeom prst="line">
                <a:avLst/>
              </a:prstGeom>
              <a:ln w="28575" cmpd="sng">
                <a:solidFill>
                  <a:srgbClr val="FFFFFF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" name="组合 79"/>
          <p:cNvGrpSpPr/>
          <p:nvPr/>
        </p:nvGrpSpPr>
        <p:grpSpPr>
          <a:xfrm>
            <a:off x="5184775" y="2802255"/>
            <a:ext cx="463550" cy="1858645"/>
            <a:chOff x="11145" y="4399"/>
            <a:chExt cx="730" cy="2984"/>
          </a:xfrm>
        </p:grpSpPr>
        <p:cxnSp>
          <p:nvCxnSpPr>
            <p:cNvPr id="81" name="直接连接符 80"/>
            <p:cNvCxnSpPr/>
            <p:nvPr/>
          </p:nvCxnSpPr>
          <p:spPr>
            <a:xfrm rot="16200000" flipV="1">
              <a:off x="10029" y="5894"/>
              <a:ext cx="2962" cy="16"/>
            </a:xfrm>
            <a:prstGeom prst="line">
              <a:avLst/>
            </a:prstGeom>
            <a:ln w="1270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rot="16200000" flipV="1">
              <a:off x="9791" y="5872"/>
              <a:ext cx="2962" cy="16"/>
            </a:xfrm>
            <a:prstGeom prst="line">
              <a:avLst/>
            </a:prstGeom>
            <a:ln w="1270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rot="16200000" flipV="1">
              <a:off x="9672" y="5894"/>
              <a:ext cx="2962" cy="16"/>
            </a:xfrm>
            <a:prstGeom prst="line">
              <a:avLst/>
            </a:prstGeom>
            <a:ln w="1270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rot="16200000" flipV="1">
              <a:off x="9910" y="5894"/>
              <a:ext cx="2962" cy="16"/>
            </a:xfrm>
            <a:prstGeom prst="line">
              <a:avLst/>
            </a:prstGeom>
            <a:ln w="1270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rot="16200000" flipV="1">
              <a:off x="10267" y="5872"/>
              <a:ext cx="2962" cy="16"/>
            </a:xfrm>
            <a:prstGeom prst="line">
              <a:avLst/>
            </a:prstGeom>
            <a:ln w="1270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rot="16200000" flipV="1">
              <a:off x="10148" y="5894"/>
              <a:ext cx="2962" cy="16"/>
            </a:xfrm>
            <a:prstGeom prst="line">
              <a:avLst/>
            </a:prstGeom>
            <a:ln w="1270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rot="16200000" flipV="1">
              <a:off x="10386" y="5894"/>
              <a:ext cx="2962" cy="16"/>
            </a:xfrm>
            <a:prstGeom prst="line">
              <a:avLst/>
            </a:prstGeom>
            <a:ln w="1270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662305" y="1414145"/>
            <a:ext cx="4603750" cy="1339850"/>
            <a:chOff x="1043" y="2227"/>
            <a:chExt cx="7621" cy="2110"/>
          </a:xfrm>
        </p:grpSpPr>
        <p:grpSp>
          <p:nvGrpSpPr>
            <p:cNvPr id="34" name="组合 33"/>
            <p:cNvGrpSpPr/>
            <p:nvPr/>
          </p:nvGrpSpPr>
          <p:grpSpPr>
            <a:xfrm rot="0">
              <a:off x="6367" y="3040"/>
              <a:ext cx="2297" cy="1297"/>
              <a:chOff x="8583" y="3460"/>
              <a:chExt cx="2297" cy="1297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0748" y="4625"/>
                <a:ext cx="132" cy="132"/>
              </a:xfrm>
              <a:prstGeom prst="ellipse">
                <a:avLst/>
              </a:prstGeom>
              <a:solidFill>
                <a:srgbClr val="14FC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2" name="直接连接符 31"/>
              <p:cNvCxnSpPr>
                <a:stCxn id="31" idx="0"/>
              </p:cNvCxnSpPr>
              <p:nvPr/>
            </p:nvCxnSpPr>
            <p:spPr>
              <a:xfrm flipH="1" flipV="1">
                <a:off x="10428" y="3460"/>
                <a:ext cx="386" cy="1165"/>
              </a:xfrm>
              <a:prstGeom prst="line">
                <a:avLst/>
              </a:prstGeom>
              <a:ln w="19050" cap="rnd">
                <a:solidFill>
                  <a:srgbClr val="14FCFF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8583" y="3460"/>
                <a:ext cx="1846" cy="0"/>
              </a:xfrm>
              <a:prstGeom prst="line">
                <a:avLst/>
              </a:prstGeom>
              <a:ln w="19050">
                <a:solidFill>
                  <a:srgbClr val="14FCF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0" name="文本框 9"/>
            <p:cNvSpPr txBox="1"/>
            <p:nvPr/>
          </p:nvSpPr>
          <p:spPr>
            <a:xfrm>
              <a:off x="1043" y="2227"/>
              <a:ext cx="5204" cy="208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r"/>
              <a:r>
                <a:rPr lang="en-US" altLang="zh-CN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32</a:t>
              </a:r>
              <a:r>
                <a:rPr lang="zh-CN" altLang="en-US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KB </a:t>
              </a:r>
              <a:endParaRPr lang="zh-CN" altLang="en-US" sz="4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  <a:p>
              <a:pPr algn="r"/>
              <a:r>
                <a:rPr lang="en-US" altLang="zh-CN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data</a:t>
              </a:r>
              <a:r>
                <a:rPr lang="zh-CN" altLang="en-US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 block</a:t>
              </a:r>
              <a:endParaRPr lang="zh-CN" altLang="en-US" sz="4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115810" y="1047115"/>
            <a:ext cx="4525010" cy="1382395"/>
            <a:chOff x="8381" y="5614"/>
            <a:chExt cx="8010" cy="1562"/>
          </a:xfrm>
        </p:grpSpPr>
        <p:grpSp>
          <p:nvGrpSpPr>
            <p:cNvPr id="16" name="组合 15"/>
            <p:cNvGrpSpPr/>
            <p:nvPr/>
          </p:nvGrpSpPr>
          <p:grpSpPr>
            <a:xfrm>
              <a:off x="8384" y="5614"/>
              <a:ext cx="8007" cy="340"/>
              <a:chOff x="8384" y="5614"/>
              <a:chExt cx="8007" cy="340"/>
            </a:xfrm>
          </p:grpSpPr>
          <p:cxnSp>
            <p:nvCxnSpPr>
              <p:cNvPr id="35" name="直接连接符 34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3097A4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/>
            <p:cNvGrpSpPr/>
            <p:nvPr/>
          </p:nvGrpSpPr>
          <p:grpSpPr>
            <a:xfrm rot="10800000">
              <a:off x="8381" y="6836"/>
              <a:ext cx="8007" cy="340"/>
              <a:chOff x="8384" y="5614"/>
              <a:chExt cx="8007" cy="340"/>
            </a:xfrm>
          </p:grpSpPr>
          <p:cxnSp>
            <p:nvCxnSpPr>
              <p:cNvPr id="39" name="直接连接符 38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3097A4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2" name="矩形 41"/>
            <p:cNvSpPr/>
            <p:nvPr/>
          </p:nvSpPr>
          <p:spPr>
            <a:xfrm>
              <a:off x="8660" y="5831"/>
              <a:ext cx="7452" cy="1128"/>
            </a:xfrm>
            <a:prstGeom prst="rect">
              <a:avLst/>
            </a:prstGeom>
            <a:solidFill>
              <a:srgbClr val="005364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8724" y="5876"/>
              <a:ext cx="7388" cy="10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sz="28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0xAA command is based on 32KB data block</a:t>
              </a:r>
              <a:endParaRPr lang="en-US" sz="28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04470" y="362585"/>
            <a:ext cx="3171190" cy="914400"/>
            <a:chOff x="1350" y="3705"/>
            <a:chExt cx="3000" cy="1440"/>
          </a:xfrm>
        </p:grpSpPr>
        <p:sp>
          <p:nvSpPr>
            <p:cNvPr id="11" name="矩形 10"/>
            <p:cNvSpPr/>
            <p:nvPr/>
          </p:nvSpPr>
          <p:spPr>
            <a:xfrm>
              <a:off x="1350" y="3705"/>
              <a:ext cx="3000" cy="1440"/>
            </a:xfrm>
            <a:prstGeom prst="rect">
              <a:avLst/>
            </a:prstGeom>
            <a:solidFill>
              <a:srgbClr val="016F7A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560" y="3868"/>
              <a:ext cx="2580" cy="111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28000"/>
                      </a:srgbClr>
                    </a:glow>
                  </a:effectLst>
                </a:rPr>
                <a:t>Mode 2</a:t>
              </a:r>
              <a:endParaRPr lang="en-US" sz="4000">
                <a:solidFill>
                  <a:schemeClr val="bg1"/>
                </a:solidFill>
                <a:effectLst>
                  <a:glow rad="152400">
                    <a:srgbClr val="14FCFF">
                      <a:alpha val="28000"/>
                    </a:srgbClr>
                  </a:glow>
                </a:effectLst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4496435" y="4919980"/>
            <a:ext cx="3124835" cy="1043305"/>
            <a:chOff x="7081" y="7748"/>
            <a:chExt cx="4921" cy="1643"/>
          </a:xfrm>
        </p:grpSpPr>
        <p:sp>
          <p:nvSpPr>
            <p:cNvPr id="47" name="左大括号 46"/>
            <p:cNvSpPr/>
            <p:nvPr/>
          </p:nvSpPr>
          <p:spPr>
            <a:xfrm rot="16200000">
              <a:off x="9331" y="5497"/>
              <a:ext cx="420" cy="4921"/>
            </a:xfrm>
            <a:prstGeom prst="leftBrace">
              <a:avLst/>
            </a:prstGeom>
            <a:ln w="28575" cmpd="sng">
              <a:solidFill>
                <a:schemeClr val="bg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502" y="8278"/>
              <a:ext cx="4079" cy="111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altLang="zh-CN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512 pcs</a:t>
              </a:r>
              <a:endParaRPr lang="en-US" altLang="zh-CN" sz="4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7077075" y="2793365"/>
            <a:ext cx="463550" cy="1894840"/>
            <a:chOff x="11145" y="4399"/>
            <a:chExt cx="730" cy="2984"/>
          </a:xfrm>
        </p:grpSpPr>
        <p:cxnSp>
          <p:nvCxnSpPr>
            <p:cNvPr id="56" name="直接连接符 55"/>
            <p:cNvCxnSpPr/>
            <p:nvPr/>
          </p:nvCxnSpPr>
          <p:spPr>
            <a:xfrm rot="16200000" flipV="1">
              <a:off x="10029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rot="16200000" flipV="1">
              <a:off x="9791" y="5872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16200000" flipV="1">
              <a:off x="9672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rot="16200000" flipV="1">
              <a:off x="9910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rot="16200000" flipV="1">
              <a:off x="10267" y="5872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rot="16200000" flipV="1">
              <a:off x="10148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rot="16200000" flipV="1">
              <a:off x="10386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4" name="组合 63"/>
          <p:cNvGrpSpPr/>
          <p:nvPr/>
        </p:nvGrpSpPr>
        <p:grpSpPr>
          <a:xfrm>
            <a:off x="6448425" y="2802255"/>
            <a:ext cx="463550" cy="1894840"/>
            <a:chOff x="11145" y="4399"/>
            <a:chExt cx="730" cy="2984"/>
          </a:xfrm>
        </p:grpSpPr>
        <p:cxnSp>
          <p:nvCxnSpPr>
            <p:cNvPr id="65" name="直接连接符 64"/>
            <p:cNvCxnSpPr/>
            <p:nvPr/>
          </p:nvCxnSpPr>
          <p:spPr>
            <a:xfrm rot="16200000" flipV="1">
              <a:off x="10029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rot="16200000" flipV="1">
              <a:off x="9791" y="5872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rot="16200000" flipV="1">
              <a:off x="9672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rot="16200000" flipV="1">
              <a:off x="9910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rot="16200000" flipV="1">
              <a:off x="10267" y="5872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rot="16200000" flipV="1">
              <a:off x="10148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rot="16200000" flipV="1">
              <a:off x="10386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72" name="组合 71"/>
          <p:cNvGrpSpPr/>
          <p:nvPr/>
        </p:nvGrpSpPr>
        <p:grpSpPr>
          <a:xfrm>
            <a:off x="5827395" y="2779395"/>
            <a:ext cx="463550" cy="1894840"/>
            <a:chOff x="11145" y="4399"/>
            <a:chExt cx="730" cy="2984"/>
          </a:xfrm>
        </p:grpSpPr>
        <p:cxnSp>
          <p:nvCxnSpPr>
            <p:cNvPr id="73" name="直接连接符 72"/>
            <p:cNvCxnSpPr/>
            <p:nvPr/>
          </p:nvCxnSpPr>
          <p:spPr>
            <a:xfrm rot="16200000" flipV="1">
              <a:off x="10029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rot="16200000" flipV="1">
              <a:off x="9791" y="5872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rot="16200000" flipV="1">
              <a:off x="9672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rot="16200000" flipV="1">
              <a:off x="9910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rot="16200000" flipV="1">
              <a:off x="10267" y="5872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rot="16200000" flipV="1">
              <a:off x="10148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rot="16200000" flipV="1">
              <a:off x="10386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96" name="组合 95"/>
          <p:cNvGrpSpPr/>
          <p:nvPr/>
        </p:nvGrpSpPr>
        <p:grpSpPr>
          <a:xfrm>
            <a:off x="4577080" y="2807335"/>
            <a:ext cx="463550" cy="1894840"/>
            <a:chOff x="11145" y="4399"/>
            <a:chExt cx="730" cy="2984"/>
          </a:xfrm>
        </p:grpSpPr>
        <p:cxnSp>
          <p:nvCxnSpPr>
            <p:cNvPr id="97" name="直接连接符 96"/>
            <p:cNvCxnSpPr/>
            <p:nvPr/>
          </p:nvCxnSpPr>
          <p:spPr>
            <a:xfrm rot="16200000" flipV="1">
              <a:off x="10029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rot="16200000" flipV="1">
              <a:off x="9791" y="5872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rot="16200000" flipV="1">
              <a:off x="9672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rot="16200000" flipV="1">
              <a:off x="9910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rot="16200000" flipV="1">
              <a:off x="10267" y="5872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rot="16200000" flipV="1">
              <a:off x="10148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rot="16200000" flipV="1">
              <a:off x="10386" y="5894"/>
              <a:ext cx="2962" cy="16"/>
            </a:xfrm>
            <a:prstGeom prst="line">
              <a:avLst/>
            </a:prstGeom>
            <a:ln w="6350" cmpd="sng">
              <a:solidFill>
                <a:srgbClr val="FFFF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4" name="矩形 43"/>
          <p:cNvSpPr/>
          <p:nvPr/>
        </p:nvSpPr>
        <p:spPr>
          <a:xfrm rot="16200000">
            <a:off x="4308475" y="3700145"/>
            <a:ext cx="1973580" cy="81280"/>
          </a:xfrm>
          <a:prstGeom prst="rect">
            <a:avLst/>
          </a:prstGeom>
          <a:noFill/>
          <a:ln w="25400" cap="rnd">
            <a:solidFill>
              <a:srgbClr val="14FCFF"/>
            </a:solidFill>
            <a:round/>
          </a:ln>
          <a:effectLst>
            <a:glow rad="12700">
              <a:schemeClr val="bg1">
                <a:alpha val="75000"/>
              </a:scheme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5871210" y="3688080"/>
            <a:ext cx="381000" cy="95250"/>
            <a:chOff x="9259" y="5808"/>
            <a:chExt cx="600" cy="150"/>
          </a:xfrm>
        </p:grpSpPr>
        <p:sp>
          <p:nvSpPr>
            <p:cNvPr id="45" name="椭圆 44"/>
            <p:cNvSpPr/>
            <p:nvPr/>
          </p:nvSpPr>
          <p:spPr>
            <a:xfrm rot="16200000">
              <a:off x="9259" y="5808"/>
              <a:ext cx="150" cy="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 rot="16200000">
              <a:off x="9484" y="5808"/>
              <a:ext cx="150" cy="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 rot="16200000">
              <a:off x="9709" y="5808"/>
              <a:ext cx="150" cy="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310093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254557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73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4" name="组合 43"/>
          <p:cNvGrpSpPr/>
          <p:nvPr/>
        </p:nvGrpSpPr>
        <p:grpSpPr>
          <a:xfrm>
            <a:off x="204470" y="362585"/>
            <a:ext cx="5790565" cy="914400"/>
            <a:chOff x="1350" y="3705"/>
            <a:chExt cx="3000" cy="1440"/>
          </a:xfrm>
        </p:grpSpPr>
        <p:sp>
          <p:nvSpPr>
            <p:cNvPr id="45" name="矩形 44"/>
            <p:cNvSpPr/>
            <p:nvPr/>
          </p:nvSpPr>
          <p:spPr>
            <a:xfrm>
              <a:off x="1350" y="3705"/>
              <a:ext cx="3000" cy="1440"/>
            </a:xfrm>
            <a:prstGeom prst="rect">
              <a:avLst/>
            </a:prstGeom>
            <a:solidFill>
              <a:srgbClr val="016F7A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350" y="3868"/>
              <a:ext cx="3000" cy="1152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p>
              <a:pPr algn="ctr"/>
              <a:r>
                <a:rPr lang="en-US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28000"/>
                      </a:srgbClr>
                    </a:glow>
                  </a:effectLst>
                </a:rPr>
                <a:t>File Starting Location</a:t>
              </a:r>
              <a:endParaRPr lang="en-US" sz="4000">
                <a:solidFill>
                  <a:schemeClr val="bg1"/>
                </a:solidFill>
                <a:effectLst>
                  <a:glow rad="152400">
                    <a:srgbClr val="14FCFF">
                      <a:alpha val="28000"/>
                    </a:srgbClr>
                  </a:glow>
                </a:effectLst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780665" y="2111375"/>
            <a:ext cx="6630670" cy="3152140"/>
            <a:chOff x="4379" y="3325"/>
            <a:chExt cx="10442" cy="4964"/>
          </a:xfrm>
        </p:grpSpPr>
        <p:pic>
          <p:nvPicPr>
            <p:cNvPr id="2" name="图片 1" descr="1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379" y="3325"/>
              <a:ext cx="10443" cy="4964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4970" y="4087"/>
              <a:ext cx="9375" cy="3872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p>
              <a:pPr>
                <a:lnSpc>
                  <a:spcPct val="110000"/>
                </a:lnSpc>
              </a:pPr>
              <a:r>
                <a:rPr lang="zh-CN" altLang="en-US" sz="32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13.</a:t>
              </a:r>
              <a:r>
                <a:rPr lang="en-US" altLang="zh-CN" sz="32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bin</a:t>
              </a:r>
              <a:r>
                <a:rPr lang="zh-CN" altLang="en-US" sz="32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=13*256/32=104=0x0068</a:t>
              </a:r>
              <a:endParaRPr lang="zh-CN" altLang="en-US" sz="32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2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14.</a:t>
              </a:r>
              <a:r>
                <a:rPr lang="en-US" altLang="zh-CN" sz="32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bin</a:t>
              </a:r>
              <a:r>
                <a:rPr lang="zh-CN" altLang="en-US" sz="32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=14*256/32=112=0x0070</a:t>
              </a:r>
              <a:endParaRPr lang="zh-CN" altLang="en-US" sz="32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2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22.</a:t>
              </a:r>
              <a:r>
                <a:rPr lang="en-US" altLang="zh-CN" sz="32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bin</a:t>
              </a:r>
              <a:r>
                <a:rPr lang="zh-CN" altLang="en-US" sz="32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=22*256/32=176=0x00B0</a:t>
              </a:r>
              <a:endParaRPr lang="zh-CN" altLang="en-US" sz="32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32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32.icl=32*256/32=256=0x0100</a:t>
              </a:r>
              <a:endParaRPr lang="zh-CN" altLang="en-US" sz="32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09550" y="1456690"/>
            <a:ext cx="4277995" cy="521970"/>
            <a:chOff x="330" y="2294"/>
            <a:chExt cx="6737" cy="822"/>
          </a:xfrm>
        </p:grpSpPr>
        <p:sp>
          <p:nvSpPr>
            <p:cNvPr id="3" name="文本框 2"/>
            <p:cNvSpPr txBox="1"/>
            <p:nvPr/>
          </p:nvSpPr>
          <p:spPr>
            <a:xfrm>
              <a:off x="495" y="2294"/>
              <a:ext cx="6573" cy="82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l"/>
              <a:r>
                <a:rPr lang="en-US" sz="28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B</a:t>
              </a:r>
              <a:r>
                <a:rPr sz="28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ased on 32KB data block</a:t>
              </a:r>
              <a:endParaRPr sz="28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330" y="2386"/>
              <a:ext cx="120" cy="554"/>
            </a:xfrm>
            <a:prstGeom prst="rect">
              <a:avLst/>
            </a:prstGeom>
            <a:solidFill>
              <a:srgbClr val="016F7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73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3959860" y="360045"/>
            <a:ext cx="5086350" cy="991870"/>
            <a:chOff x="8381" y="5614"/>
            <a:chExt cx="8010" cy="1562"/>
          </a:xfrm>
        </p:grpSpPr>
        <p:grpSp>
          <p:nvGrpSpPr>
            <p:cNvPr id="28" name="组合 27"/>
            <p:cNvGrpSpPr/>
            <p:nvPr/>
          </p:nvGrpSpPr>
          <p:grpSpPr>
            <a:xfrm>
              <a:off x="8384" y="5614"/>
              <a:ext cx="8007" cy="340"/>
              <a:chOff x="8384" y="5614"/>
              <a:chExt cx="8007" cy="340"/>
            </a:xfrm>
          </p:grpSpPr>
          <p:cxnSp>
            <p:nvCxnSpPr>
              <p:cNvPr id="29" name="直接连接符 28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2C7196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 rot="10800000">
              <a:off x="8381" y="6836"/>
              <a:ext cx="8007" cy="340"/>
              <a:chOff x="8384" y="5614"/>
              <a:chExt cx="8007" cy="340"/>
            </a:xfrm>
          </p:grpSpPr>
          <p:cxnSp>
            <p:nvCxnSpPr>
              <p:cNvPr id="33" name="直接连接符 32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2C7196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6" name="矩形 35"/>
            <p:cNvSpPr/>
            <p:nvPr/>
          </p:nvSpPr>
          <p:spPr>
            <a:xfrm>
              <a:off x="8660" y="5831"/>
              <a:ext cx="7452" cy="1128"/>
            </a:xfrm>
            <a:prstGeom prst="rect">
              <a:avLst/>
            </a:prstGeom>
            <a:solidFill>
              <a:srgbClr val="2C7196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756" y="5839"/>
              <a:ext cx="7228" cy="111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2. File to VP</a:t>
              </a:r>
              <a:endParaRPr lang="en-US" sz="4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22630" y="3211830"/>
            <a:ext cx="10558145" cy="1902460"/>
            <a:chOff x="546" y="3712"/>
            <a:chExt cx="16627" cy="2996"/>
          </a:xfrm>
        </p:grpSpPr>
        <p:sp>
          <p:nvSpPr>
            <p:cNvPr id="6" name="文本框 5"/>
            <p:cNvSpPr txBox="1"/>
            <p:nvPr/>
          </p:nvSpPr>
          <p:spPr>
            <a:xfrm>
              <a:off x="546" y="3819"/>
              <a:ext cx="1662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>
                  <a:solidFill>
                    <a:srgbClr val="08FFC8"/>
                  </a:solidFill>
                  <a:sym typeface="+mn-ea"/>
                </a:rPr>
                <a:t>5AA5</a:t>
              </a:r>
              <a:r>
                <a:rPr lang="zh-CN" altLang="en-US" sz="2800" b="1">
                  <a:sym typeface="+mn-ea"/>
                </a:rPr>
                <a:t> </a:t>
              </a:r>
              <a:r>
                <a:rPr lang="en-US" altLang="zh-CN" sz="2800" b="1">
                  <a:sym typeface="+mn-ea"/>
                </a:rPr>
                <a:t>      </a:t>
              </a:r>
              <a:r>
                <a:rPr lang="en-US" altLang="zh-CN" sz="2800" b="1">
                  <a:solidFill>
                    <a:srgbClr val="638BD5"/>
                  </a:solidFill>
                  <a:sym typeface="+mn-ea"/>
                </a:rPr>
                <a:t>F3</a:t>
              </a:r>
              <a:r>
                <a:rPr lang="zh-CN" altLang="en-US" sz="2800" b="1">
                  <a:sym typeface="+mn-ea"/>
                </a:rPr>
                <a:t> </a:t>
              </a:r>
              <a:r>
                <a:rPr lang="en-US" altLang="zh-CN" sz="2800" b="1">
                  <a:sym typeface="+mn-ea"/>
                </a:rPr>
                <a:t>         </a:t>
              </a:r>
              <a:r>
                <a:rPr lang="zh-CN" altLang="en-US" sz="2800" b="1">
                  <a:solidFill>
                    <a:srgbClr val="FFCF19"/>
                  </a:solidFill>
                  <a:sym typeface="+mn-ea"/>
                </a:rPr>
                <a:t>82</a:t>
              </a:r>
              <a:r>
                <a:rPr lang="zh-CN" altLang="en-US" sz="2800" b="1">
                  <a:sym typeface="+mn-ea"/>
                </a:rPr>
                <a:t> </a:t>
              </a:r>
              <a:r>
                <a:rPr lang="en-US" altLang="zh-CN" sz="2800" b="1">
                  <a:sym typeface="+mn-ea"/>
                </a:rPr>
                <a:t>       </a:t>
              </a:r>
              <a:r>
                <a:rPr lang="en-US" altLang="zh-CN" sz="2800" b="1">
                  <a:solidFill>
                    <a:srgbClr val="FF3631"/>
                  </a:solidFill>
                  <a:sym typeface="+mn-ea"/>
                </a:rPr>
                <a:t>8000</a:t>
              </a:r>
              <a:r>
                <a:rPr lang="zh-CN" altLang="en-US" sz="2800" b="1">
                  <a:sym typeface="+mn-ea"/>
                </a:rPr>
                <a:t> </a:t>
              </a:r>
              <a:r>
                <a:rPr lang="en-US" altLang="zh-CN" sz="2800" b="1">
                  <a:sym typeface="+mn-ea"/>
                </a:rPr>
                <a:t>     </a:t>
              </a:r>
              <a:r>
                <a:rPr lang="en-US" altLang="zh-CN" sz="2800" b="1">
                  <a:solidFill>
                    <a:schemeClr val="bg1"/>
                  </a:solidFill>
                  <a:sym typeface="+mn-ea"/>
                </a:rPr>
                <a:t>14</a:t>
              </a:r>
              <a:r>
                <a:rPr lang="en-US" altLang="zh-CN" sz="2800" b="1">
                  <a:sym typeface="+mn-ea"/>
                </a:rPr>
                <a:t> </a:t>
              </a:r>
              <a:r>
                <a:rPr lang="zh-CN" altLang="en-US" sz="2800" b="1">
                  <a:solidFill>
                    <a:schemeClr val="bg1"/>
                  </a:solidFill>
                  <a:sym typeface="+mn-ea"/>
                </a:rPr>
                <a:t>44 47 55 53 5F 04  00 00</a:t>
              </a:r>
              <a:r>
                <a:rPr lang="en-US" altLang="zh-CN" sz="2800" b="1">
                  <a:solidFill>
                    <a:schemeClr val="bg1"/>
                  </a:solidFill>
                  <a:sym typeface="+mn-ea"/>
                </a:rPr>
                <a:t>...</a:t>
              </a:r>
              <a:r>
                <a:rPr lang="en-US" altLang="zh-CN">
                  <a:solidFill>
                    <a:schemeClr val="bg1"/>
                  </a:solidFill>
                </a:rPr>
                <a:t> 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1"/>
              </p:custDataLst>
            </p:nvPr>
          </p:nvCxnSpPr>
          <p:spPr>
            <a:xfrm flipH="1" flipV="1">
              <a:off x="588" y="3766"/>
              <a:ext cx="15963" cy="2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rgbClr val="1F74AD"/>
            </a:lnRef>
            <a:fillRef idx="0">
              <a:srgbClr val="1F74AD"/>
            </a:fillRef>
            <a:effectRef idx="0">
              <a:srgbClr val="1F74AD"/>
            </a:effectRef>
            <a:fontRef idx="minor">
              <a:srgbClr val="000000"/>
            </a:fontRef>
          </p:style>
        </p:cxnSp>
        <p:sp>
          <p:nvSpPr>
            <p:cNvPr id="13" name="椭圆 12"/>
            <p:cNvSpPr/>
            <p:nvPr>
              <p:custDataLst>
                <p:tags r:id="rId2"/>
              </p:custDataLst>
            </p:nvPr>
          </p:nvSpPr>
          <p:spPr>
            <a:xfrm>
              <a:off x="1353" y="3741"/>
              <a:ext cx="81" cy="81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38100">
              <a:solidFill>
                <a:srgbClr val="000000">
                  <a:lumMod val="50000"/>
                  <a:lumOff val="50000"/>
                </a:srgbClr>
              </a:solidFill>
            </a:ln>
          </p:spPr>
          <p:style>
            <a:lnRef idx="2">
              <a:srgbClr val="1F74AD">
                <a:shade val="50000"/>
              </a:srgbClr>
            </a:lnRef>
            <a:fillRef idx="1">
              <a:srgbClr val="1F74AD"/>
            </a:fillRef>
            <a:effectRef idx="0">
              <a:srgbClr val="1F74AD"/>
            </a:effectRef>
            <a:fontRef idx="minor">
              <a:sysClr val="window" lastClr="FFFFFF"/>
            </a:fontRef>
          </p:style>
          <p:txBody>
            <a:bodyPr rtlCol="0" anchor="ctr">
              <a:normAutofit fontScale="25000" lnSpcReduction="20000"/>
            </a:bodyPr>
            <a:p>
              <a:pPr algn="ctr">
                <a:lnSpc>
                  <a:spcPct val="140000"/>
                </a:lnSpc>
              </a:pPr>
              <a:endParaRPr lang="zh-CN" altLang="en-US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3"/>
              </p:custDataLst>
            </p:nvPr>
          </p:nvSpPr>
          <p:spPr>
            <a:xfrm>
              <a:off x="3491" y="3741"/>
              <a:ext cx="81" cy="81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38100">
              <a:solidFill>
                <a:srgbClr val="000000">
                  <a:lumMod val="50000"/>
                  <a:lumOff val="50000"/>
                </a:srgbClr>
              </a:solidFill>
            </a:ln>
          </p:spPr>
          <p:style>
            <a:lnRef idx="2">
              <a:srgbClr val="1F74AD">
                <a:shade val="50000"/>
              </a:srgbClr>
            </a:lnRef>
            <a:fillRef idx="1">
              <a:srgbClr val="1F74AD"/>
            </a:fillRef>
            <a:effectRef idx="0">
              <a:srgbClr val="1F74AD"/>
            </a:effectRef>
            <a:fontRef idx="minor">
              <a:sysClr val="window" lastClr="FFFFFF"/>
            </a:fontRef>
          </p:style>
          <p:txBody>
            <a:bodyPr rtlCol="0" anchor="ctr">
              <a:normAutofit fontScale="25000" lnSpcReduction="20000"/>
            </a:bodyPr>
            <a:p>
              <a:pPr algn="ctr">
                <a:lnSpc>
                  <a:spcPct val="140000"/>
                </a:lnSpc>
              </a:pPr>
              <a:endParaRPr lang="zh-CN" altLang="en-US" sz="14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4"/>
              </p:custDataLst>
            </p:nvPr>
          </p:nvSpPr>
          <p:spPr>
            <a:xfrm>
              <a:off x="5692" y="3741"/>
              <a:ext cx="81" cy="81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38100">
              <a:solidFill>
                <a:srgbClr val="000000">
                  <a:lumMod val="50000"/>
                  <a:lumOff val="50000"/>
                </a:srgbClr>
              </a:solidFill>
            </a:ln>
          </p:spPr>
          <p:style>
            <a:lnRef idx="2">
              <a:srgbClr val="1F74AD">
                <a:shade val="50000"/>
              </a:srgbClr>
            </a:lnRef>
            <a:fillRef idx="1">
              <a:srgbClr val="1F74AD"/>
            </a:fillRef>
            <a:effectRef idx="0">
              <a:srgbClr val="1F74AD"/>
            </a:effectRef>
            <a:fontRef idx="minor">
              <a:sysClr val="window" lastClr="FFFFFF"/>
            </a:fontRef>
          </p:style>
          <p:txBody>
            <a:bodyPr rtlCol="0" anchor="ctr">
              <a:normAutofit fontScale="25000" lnSpcReduction="20000"/>
            </a:bodyPr>
            <a:p>
              <a:pPr algn="ctr">
                <a:lnSpc>
                  <a:spcPct val="140000"/>
                </a:lnSpc>
              </a:pPr>
              <a:endParaRPr lang="zh-CN" altLang="en-US" sz="14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5"/>
              </p:custDataLst>
            </p:nvPr>
          </p:nvSpPr>
          <p:spPr>
            <a:xfrm>
              <a:off x="7861" y="3741"/>
              <a:ext cx="81" cy="81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38100">
              <a:solidFill>
                <a:srgbClr val="000000">
                  <a:lumMod val="50000"/>
                  <a:lumOff val="50000"/>
                </a:srgbClr>
              </a:solidFill>
            </a:ln>
          </p:spPr>
          <p:style>
            <a:lnRef idx="2">
              <a:srgbClr val="1F74AD">
                <a:shade val="50000"/>
              </a:srgbClr>
            </a:lnRef>
            <a:fillRef idx="1">
              <a:srgbClr val="1F74AD"/>
            </a:fillRef>
            <a:effectRef idx="0">
              <a:srgbClr val="1F74AD"/>
            </a:effectRef>
            <a:fontRef idx="minor">
              <a:sysClr val="window" lastClr="FFFFFF"/>
            </a:fontRef>
          </p:style>
          <p:txBody>
            <a:bodyPr rtlCol="0" anchor="ctr">
              <a:normAutofit fontScale="25000" lnSpcReduction="20000"/>
            </a:bodyPr>
            <a:p>
              <a:pPr algn="ctr">
                <a:lnSpc>
                  <a:spcPct val="140000"/>
                </a:lnSpc>
              </a:pPr>
              <a:endParaRPr lang="zh-CN" altLang="en-US" sz="14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" name="椭圆 1"/>
            <p:cNvSpPr/>
            <p:nvPr>
              <p:custDataLst>
                <p:tags r:id="rId6"/>
              </p:custDataLst>
            </p:nvPr>
          </p:nvSpPr>
          <p:spPr>
            <a:xfrm>
              <a:off x="10601" y="3712"/>
              <a:ext cx="81" cy="81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38100">
              <a:solidFill>
                <a:srgbClr val="000000">
                  <a:lumMod val="50000"/>
                  <a:lumOff val="50000"/>
                </a:srgbClr>
              </a:solidFill>
            </a:ln>
          </p:spPr>
          <p:style>
            <a:lnRef idx="2">
              <a:srgbClr val="1F74AD">
                <a:shade val="50000"/>
              </a:srgbClr>
            </a:lnRef>
            <a:fillRef idx="1">
              <a:srgbClr val="1F74AD"/>
            </a:fillRef>
            <a:effectRef idx="0">
              <a:srgbClr val="1F74AD"/>
            </a:effectRef>
            <a:fontRef idx="minor">
              <a:sysClr val="window" lastClr="FFFFFF"/>
            </a:fontRef>
          </p:style>
          <p:txBody>
            <a:bodyPr rtlCol="0" anchor="ctr">
              <a:normAutofit fontScale="25000" lnSpcReduction="20000"/>
            </a:bodyPr>
            <a:p>
              <a:pPr algn="ctr">
                <a:lnSpc>
                  <a:spcPct val="140000"/>
                </a:lnSpc>
              </a:pPr>
              <a:endParaRPr lang="zh-CN" altLang="en-US" sz="14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88" y="5762"/>
              <a:ext cx="1624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>
                  <a:solidFill>
                    <a:srgbClr val="08FFC8"/>
                  </a:solidFill>
                  <a:sym typeface="+mn-ea"/>
                </a:rPr>
                <a:t>5AA5</a:t>
              </a:r>
              <a:r>
                <a:rPr lang="zh-CN" altLang="en-US" sz="2800" b="1">
                  <a:sym typeface="+mn-ea"/>
                </a:rPr>
                <a:t> </a:t>
              </a:r>
              <a:r>
                <a:rPr lang="en-US" altLang="zh-CN" sz="2800" b="1">
                  <a:sym typeface="+mn-ea"/>
                </a:rPr>
                <a:t>      </a:t>
              </a:r>
              <a:r>
                <a:rPr lang="en-US" altLang="zh-CN" sz="2800" b="1">
                  <a:solidFill>
                    <a:srgbClr val="638BD5"/>
                  </a:solidFill>
                  <a:sym typeface="+mn-ea"/>
                </a:rPr>
                <a:t>F3</a:t>
              </a:r>
              <a:r>
                <a:rPr lang="zh-CN" altLang="en-US" sz="2800" b="1">
                  <a:sym typeface="+mn-ea"/>
                </a:rPr>
                <a:t> </a:t>
              </a:r>
              <a:r>
                <a:rPr lang="en-US" altLang="zh-CN" sz="2800" b="1">
                  <a:sym typeface="+mn-ea"/>
                </a:rPr>
                <a:t>         </a:t>
              </a:r>
              <a:r>
                <a:rPr lang="zh-CN" altLang="en-US" sz="2800" b="1">
                  <a:solidFill>
                    <a:srgbClr val="FFCF19"/>
                  </a:solidFill>
                  <a:sym typeface="+mn-ea"/>
                </a:rPr>
                <a:t>82</a:t>
              </a:r>
              <a:r>
                <a:rPr lang="zh-CN" altLang="en-US" sz="2800" b="1">
                  <a:sym typeface="+mn-ea"/>
                </a:rPr>
                <a:t> </a:t>
              </a:r>
              <a:r>
                <a:rPr lang="en-US" altLang="zh-CN" sz="2800" b="1">
                  <a:sym typeface="+mn-ea"/>
                </a:rPr>
                <a:t>       </a:t>
              </a:r>
              <a:r>
                <a:rPr lang="en-US" altLang="zh-CN" sz="2800" b="1">
                  <a:solidFill>
                    <a:srgbClr val="FF3631"/>
                  </a:solidFill>
                  <a:sym typeface="+mn-ea"/>
                </a:rPr>
                <a:t>8078</a:t>
              </a:r>
              <a:r>
                <a:rPr lang="zh-CN" altLang="en-US" sz="2800" b="1">
                  <a:sym typeface="+mn-ea"/>
                </a:rPr>
                <a:t> </a:t>
              </a:r>
              <a:r>
                <a:rPr lang="en-US" altLang="zh-CN" sz="2800" b="1">
                  <a:sym typeface="+mn-ea"/>
                </a:rPr>
                <a:t>     </a:t>
              </a:r>
              <a:r>
                <a:rPr lang="en-US" altLang="zh-CN" sz="2800" b="1">
                  <a:solidFill>
                    <a:schemeClr val="bg1"/>
                  </a:solidFill>
                  <a:sym typeface="+mn-ea"/>
                </a:rPr>
                <a:t>00 00</a:t>
              </a:r>
              <a:r>
                <a:rPr lang="zh-CN" altLang="en-US" sz="2800" b="1">
                  <a:solidFill>
                    <a:schemeClr val="bg1"/>
                  </a:solidFill>
                  <a:sym typeface="+mn-ea"/>
                </a:rPr>
                <a:t> </a:t>
              </a:r>
              <a:r>
                <a:rPr lang="en-US" altLang="zh-CN" sz="2800" b="1">
                  <a:solidFill>
                    <a:schemeClr val="bg1"/>
                  </a:solidFill>
                  <a:sym typeface="+mn-ea"/>
                </a:rPr>
                <a:t>...</a:t>
              </a:r>
              <a:r>
                <a:rPr lang="en-US" altLang="zh-CN">
                  <a:solidFill>
                    <a:schemeClr val="bg1"/>
                  </a:solidFill>
                </a:rPr>
                <a:t> 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803" y="5638"/>
              <a:ext cx="1845" cy="107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036" y="5071"/>
              <a:ext cx="31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VP+0x78</a:t>
              </a:r>
              <a:endParaRPr lang="en-US" altLang="zh-CN" b="1">
                <a:solidFill>
                  <a:srgbClr val="C00000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49300" y="3991610"/>
            <a:ext cx="3021330" cy="52197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l"/>
            <a:r>
              <a:rPr lang="en-US" sz="2800" b="1">
                <a:solidFill>
                  <a:schemeClr val="bg1"/>
                </a:solidFill>
                <a:effectLst/>
              </a:rPr>
              <a:t>Next command:</a:t>
            </a:r>
            <a:endParaRPr lang="en-US" sz="2800" b="1">
              <a:solidFill>
                <a:schemeClr val="bg1"/>
              </a:solidFill>
              <a:effectLst/>
            </a:endParaRPr>
          </a:p>
        </p:txBody>
      </p:sp>
      <p:sp>
        <p:nvSpPr>
          <p:cNvPr id="4" name="圆角矩形 3"/>
          <p:cNvSpPr/>
          <p:nvPr>
            <p:custDataLst>
              <p:tags r:id="rId7"/>
            </p:custDataLst>
          </p:nvPr>
        </p:nvSpPr>
        <p:spPr>
          <a:xfrm>
            <a:off x="2056765" y="1756410"/>
            <a:ext cx="1154430" cy="1224280"/>
          </a:xfrm>
          <a:prstGeom prst="roundRect">
            <a:avLst>
              <a:gd name="adj" fmla="val 5115"/>
            </a:avLst>
          </a:prstGeom>
          <a:solidFill>
            <a:srgbClr val="4750A2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altLang="zh-CN" sz="1200" b="1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0xF3=</a:t>
            </a:r>
            <a:endParaRPr lang="zh-CN" altLang="en-US" sz="1200" b="1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243</a:t>
            </a:r>
            <a:endParaRPr lang="en-US" altLang="zh-CN" sz="1200" b="1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Command</a:t>
            </a:r>
            <a:endParaRPr lang="en-US" altLang="zh-CN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length</a:t>
            </a:r>
            <a:endParaRPr lang="en-US" altLang="zh-CN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3" name="圆角矩形 52"/>
          <p:cNvSpPr/>
          <p:nvPr>
            <p:custDataLst>
              <p:tags r:id="rId8"/>
            </p:custDataLst>
          </p:nvPr>
        </p:nvSpPr>
        <p:spPr>
          <a:xfrm>
            <a:off x="836930" y="1756410"/>
            <a:ext cx="878840" cy="1224280"/>
          </a:xfrm>
          <a:prstGeom prst="roundRect">
            <a:avLst>
              <a:gd name="adj" fmla="val 5115"/>
            </a:avLst>
          </a:prstGeom>
          <a:solidFill>
            <a:srgbClr val="90515D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Frame header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5" name="圆角矩形 54"/>
          <p:cNvSpPr/>
          <p:nvPr>
            <p:custDataLst>
              <p:tags r:id="rId9"/>
            </p:custDataLst>
          </p:nvPr>
        </p:nvSpPr>
        <p:spPr>
          <a:xfrm>
            <a:off x="3475355" y="1759585"/>
            <a:ext cx="1102360" cy="1224280"/>
          </a:xfrm>
          <a:prstGeom prst="roundRect">
            <a:avLst>
              <a:gd name="adj" fmla="val 5115"/>
            </a:avLst>
          </a:prstGeom>
          <a:solidFill>
            <a:srgbClr val="3D8C33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Write</a:t>
            </a:r>
            <a:r>
              <a:rPr lang="en-US" sz="1200" b="1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 </a:t>
            </a:r>
            <a:endParaRPr lang="en-US" sz="1200" b="1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command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8" name="圆角矩形 57"/>
          <p:cNvSpPr/>
          <p:nvPr>
            <p:custDataLst>
              <p:tags r:id="rId10"/>
            </p:custDataLst>
          </p:nvPr>
        </p:nvSpPr>
        <p:spPr>
          <a:xfrm>
            <a:off x="4841875" y="1759585"/>
            <a:ext cx="1102360" cy="1224280"/>
          </a:xfrm>
          <a:prstGeom prst="roundRect">
            <a:avLst>
              <a:gd name="adj" fmla="val 5115"/>
            </a:avLst>
          </a:prstGeom>
          <a:solidFill>
            <a:srgbClr val="905C35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VP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address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圆角矩形 6"/>
          <p:cNvSpPr/>
          <p:nvPr>
            <p:custDataLst>
              <p:tags r:id="rId11"/>
            </p:custDataLst>
          </p:nvPr>
        </p:nvSpPr>
        <p:spPr>
          <a:xfrm>
            <a:off x="6337300" y="1759585"/>
            <a:ext cx="1592580" cy="1224280"/>
          </a:xfrm>
          <a:prstGeom prst="roundRect">
            <a:avLst>
              <a:gd name="adj" fmla="val 5115"/>
            </a:avLst>
          </a:prstGeom>
          <a:solidFill>
            <a:srgbClr val="237C8F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rgbClr val="08FFC8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  <a:hlinkClick r:id="rId12" action="ppaction://hlinksldjump">
                  <a:extLst>
                    <a:ext uri="{DAF060AB-1E55-43B9-8AAB-6FB025537F2F}">
                      <wpsdc:hlinkClr xmlns:wpsdc="http://www.wps.cn/officeDocument/2017/drawingmlCustomData" val="08FFC8"/>
                      <wpsdc:folHlinkClr xmlns:wpsdc="http://www.wps.cn/officeDocument/2017/drawingmlCustomData" val="FFC000"/>
                      <wpsdc:hlinkUnderline xmlns:wpsdc="http://www.wps.cn/officeDocument/2017/drawingmlCustomData" val="1"/>
                    </a:ext>
                  </a:extLst>
                </a:hlinkClick>
              </a:rPr>
              <a:t>240 bytes data/command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  <a:hlinkClick r:id="rId12" action="ppaction://hlinksldjump">
                <a:extLst>
                  <a:ext uri="{DAF060AB-1E55-43B9-8AAB-6FB025537F2F}">
                    <wpsdc:hlinkClr xmlns:wpsdc="http://www.wps.cn/officeDocument/2017/drawingmlCustomData" val="08FFC8"/>
                    <wpsdc:folHlinkClr xmlns:wpsdc="http://www.wps.cn/officeDocument/2017/drawingmlCustomData" val="FFC000"/>
                    <wpsdc:hlinkUnderline xmlns:wpsdc="http://www.wps.cn/officeDocument/2017/drawingmlCustomData" val="1"/>
                  </a:ext>
                </a:extLst>
              </a:hlinkClick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673473" y="4289703"/>
            <a:ext cx="4209785" cy="998298"/>
            <a:chOff x="8660" y="5831"/>
            <a:chExt cx="7452" cy="1128"/>
          </a:xfrm>
        </p:grpSpPr>
        <p:sp>
          <p:nvSpPr>
            <p:cNvPr id="47" name="矩形 46"/>
            <p:cNvSpPr/>
            <p:nvPr/>
          </p:nvSpPr>
          <p:spPr>
            <a:xfrm>
              <a:off x="8660" y="5831"/>
              <a:ext cx="7452" cy="1128"/>
            </a:xfrm>
            <a:prstGeom prst="rect">
              <a:avLst/>
            </a:prstGeom>
            <a:solidFill>
              <a:srgbClr val="005364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724" y="5994"/>
              <a:ext cx="7388" cy="7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sz="2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1*VP address=2 bytes</a:t>
              </a:r>
              <a:endParaRPr lang="en-US" sz="2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  <a:p>
              <a:pPr algn="ctr"/>
              <a:r>
                <a:rPr lang="en-US" sz="2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240 bytes/2=120=0x78(VP address)</a:t>
              </a:r>
              <a:endParaRPr lang="en-US" sz="2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73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4" name="组合 43"/>
          <p:cNvGrpSpPr/>
          <p:nvPr/>
        </p:nvGrpSpPr>
        <p:grpSpPr>
          <a:xfrm>
            <a:off x="204470" y="362585"/>
            <a:ext cx="4181475" cy="914400"/>
            <a:chOff x="1350" y="3705"/>
            <a:chExt cx="3000" cy="1440"/>
          </a:xfrm>
        </p:grpSpPr>
        <p:sp>
          <p:nvSpPr>
            <p:cNvPr id="45" name="矩形 44"/>
            <p:cNvSpPr/>
            <p:nvPr/>
          </p:nvSpPr>
          <p:spPr>
            <a:xfrm>
              <a:off x="1350" y="3705"/>
              <a:ext cx="3000" cy="1440"/>
            </a:xfrm>
            <a:prstGeom prst="rect">
              <a:avLst/>
            </a:prstGeom>
            <a:solidFill>
              <a:srgbClr val="016F7A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350" y="3868"/>
              <a:ext cx="3000" cy="1152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p>
              <a:pPr algn="ctr"/>
              <a:r>
                <a:rPr lang="en-US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28000"/>
                      </a:srgbClr>
                    </a:glow>
                  </a:effectLst>
                </a:rPr>
                <a:t>240 bytes data</a:t>
              </a:r>
              <a:endParaRPr lang="en-US" sz="4000">
                <a:solidFill>
                  <a:schemeClr val="bg1"/>
                </a:solidFill>
                <a:effectLst>
                  <a:glow rad="152400">
                    <a:srgbClr val="14FCFF">
                      <a:alpha val="28000"/>
                    </a:srgbClr>
                  </a:glow>
                </a:effectLst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382260" y="1034415"/>
            <a:ext cx="4525010" cy="1382395"/>
            <a:chOff x="8381" y="5614"/>
            <a:chExt cx="8010" cy="1562"/>
          </a:xfrm>
        </p:grpSpPr>
        <p:grpSp>
          <p:nvGrpSpPr>
            <p:cNvPr id="23" name="组合 22"/>
            <p:cNvGrpSpPr/>
            <p:nvPr/>
          </p:nvGrpSpPr>
          <p:grpSpPr>
            <a:xfrm>
              <a:off x="8384" y="5614"/>
              <a:ext cx="8007" cy="340"/>
              <a:chOff x="8384" y="5614"/>
              <a:chExt cx="8007" cy="340"/>
            </a:xfrm>
          </p:grpSpPr>
          <p:cxnSp>
            <p:nvCxnSpPr>
              <p:cNvPr id="35" name="直接连接符 34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3097A4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/>
            <p:cNvGrpSpPr/>
            <p:nvPr/>
          </p:nvGrpSpPr>
          <p:grpSpPr>
            <a:xfrm rot="10800000">
              <a:off x="8381" y="6836"/>
              <a:ext cx="8007" cy="340"/>
              <a:chOff x="8384" y="5614"/>
              <a:chExt cx="8007" cy="340"/>
            </a:xfrm>
          </p:grpSpPr>
          <p:cxnSp>
            <p:nvCxnSpPr>
              <p:cNvPr id="39" name="直接连接符 38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3097A4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2" name="矩形 41"/>
            <p:cNvSpPr/>
            <p:nvPr/>
          </p:nvSpPr>
          <p:spPr>
            <a:xfrm>
              <a:off x="8660" y="5831"/>
              <a:ext cx="7452" cy="1128"/>
            </a:xfrm>
            <a:prstGeom prst="rect">
              <a:avLst/>
            </a:prstGeom>
            <a:solidFill>
              <a:srgbClr val="005364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8724" y="5876"/>
              <a:ext cx="7388" cy="10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sz="28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Use U</a:t>
              </a:r>
              <a:r>
                <a:rPr lang="en-US" sz="28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edit32</a:t>
              </a:r>
              <a:r>
                <a:rPr sz="28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 to open the file</a:t>
              </a:r>
              <a:endParaRPr sz="28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809115" y="2686050"/>
            <a:ext cx="1437640" cy="1485900"/>
            <a:chOff x="3045" y="4230"/>
            <a:chExt cx="2264" cy="2340"/>
          </a:xfrm>
        </p:grpSpPr>
        <p:sp>
          <p:nvSpPr>
            <p:cNvPr id="26" name="矩形 25"/>
            <p:cNvSpPr/>
            <p:nvPr/>
          </p:nvSpPr>
          <p:spPr>
            <a:xfrm>
              <a:off x="3045" y="4230"/>
              <a:ext cx="2265" cy="2340"/>
            </a:xfrm>
            <a:prstGeom prst="rect">
              <a:avLst/>
            </a:prstGeom>
            <a:solidFill>
              <a:srgbClr val="CDE8FF"/>
            </a:solidFill>
            <a:ln w="28575" cmpd="sng">
              <a:noFill/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05" y="4508"/>
              <a:ext cx="1620" cy="1785"/>
            </a:xfrm>
            <a:prstGeom prst="rect">
              <a:avLst/>
            </a:prstGeom>
            <a:effectLst/>
          </p:spPr>
        </p:pic>
      </p:grpSp>
      <p:grpSp>
        <p:nvGrpSpPr>
          <p:cNvPr id="33" name="组合 32"/>
          <p:cNvGrpSpPr/>
          <p:nvPr/>
        </p:nvGrpSpPr>
        <p:grpSpPr>
          <a:xfrm>
            <a:off x="3999230" y="2686050"/>
            <a:ext cx="5933440" cy="1485900"/>
            <a:chOff x="6472" y="4230"/>
            <a:chExt cx="9344" cy="2340"/>
          </a:xfrm>
        </p:grpSpPr>
        <p:sp>
          <p:nvSpPr>
            <p:cNvPr id="32" name="矩形 31"/>
            <p:cNvSpPr/>
            <p:nvPr/>
          </p:nvSpPr>
          <p:spPr>
            <a:xfrm>
              <a:off x="6472" y="4230"/>
              <a:ext cx="9344" cy="2340"/>
            </a:xfrm>
            <a:prstGeom prst="rect">
              <a:avLst/>
            </a:prstGeom>
            <a:solidFill>
              <a:srgbClr val="004C5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07" y="4448"/>
              <a:ext cx="8460" cy="1845"/>
            </a:xfrm>
            <a:prstGeom prst="rect">
              <a:avLst/>
            </a:prstGeom>
          </p:spPr>
        </p:pic>
      </p:grpSp>
      <p:grpSp>
        <p:nvGrpSpPr>
          <p:cNvPr id="48" name="组合 47"/>
          <p:cNvGrpSpPr/>
          <p:nvPr/>
        </p:nvGrpSpPr>
        <p:grpSpPr>
          <a:xfrm>
            <a:off x="3298825" y="2181225"/>
            <a:ext cx="2045335" cy="1933575"/>
            <a:chOff x="5195" y="3435"/>
            <a:chExt cx="3221" cy="3045"/>
          </a:xfrm>
        </p:grpSpPr>
        <p:pic>
          <p:nvPicPr>
            <p:cNvPr id="34" name="图片 33" descr="弧形向左箭头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95" y="3435"/>
              <a:ext cx="1440" cy="1440"/>
            </a:xfrm>
            <a:prstGeom prst="rect">
              <a:avLst/>
            </a:prstGeom>
          </p:spPr>
        </p:pic>
        <p:sp>
          <p:nvSpPr>
            <p:cNvPr id="47" name="矩形 46"/>
            <p:cNvSpPr/>
            <p:nvPr/>
          </p:nvSpPr>
          <p:spPr>
            <a:xfrm>
              <a:off x="6575" y="4320"/>
              <a:ext cx="1841" cy="2160"/>
            </a:xfrm>
            <a:prstGeom prst="rect">
              <a:avLst/>
            </a:prstGeom>
            <a:solidFill>
              <a:srgbClr val="DFEEF6">
                <a:alpha val="46000"/>
              </a:srgbClr>
            </a:solidFill>
            <a:ln w="28575" cmpd="sng">
              <a:noFill/>
              <a:prstDash val="solid"/>
            </a:ln>
            <a:effectLst>
              <a:outerShdw blurRad="50800" dist="508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73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4" name="组合 43"/>
          <p:cNvGrpSpPr/>
          <p:nvPr/>
        </p:nvGrpSpPr>
        <p:grpSpPr>
          <a:xfrm>
            <a:off x="204470" y="362585"/>
            <a:ext cx="4181475" cy="914400"/>
            <a:chOff x="1350" y="3705"/>
            <a:chExt cx="3000" cy="1440"/>
          </a:xfrm>
        </p:grpSpPr>
        <p:sp>
          <p:nvSpPr>
            <p:cNvPr id="45" name="矩形 44"/>
            <p:cNvSpPr/>
            <p:nvPr/>
          </p:nvSpPr>
          <p:spPr>
            <a:xfrm>
              <a:off x="1350" y="3705"/>
              <a:ext cx="3000" cy="1440"/>
            </a:xfrm>
            <a:prstGeom prst="rect">
              <a:avLst/>
            </a:prstGeom>
            <a:solidFill>
              <a:srgbClr val="016F7A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350" y="3868"/>
              <a:ext cx="3000" cy="1152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p>
              <a:pPr algn="ctr"/>
              <a:r>
                <a:rPr lang="en-US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28000"/>
                      </a:srgbClr>
                    </a:glow>
                  </a:effectLst>
                </a:rPr>
                <a:t>240 bytes data</a:t>
              </a:r>
              <a:endParaRPr lang="en-US" sz="4000">
                <a:solidFill>
                  <a:schemeClr val="bg1"/>
                </a:solidFill>
                <a:effectLst>
                  <a:glow rad="152400">
                    <a:srgbClr val="14FCFF">
                      <a:alpha val="28000"/>
                    </a:srgbClr>
                  </a:glow>
                </a:effectLst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522085" y="899795"/>
            <a:ext cx="4525010" cy="897255"/>
            <a:chOff x="8381" y="5614"/>
            <a:chExt cx="8010" cy="1562"/>
          </a:xfrm>
        </p:grpSpPr>
        <p:grpSp>
          <p:nvGrpSpPr>
            <p:cNvPr id="23" name="组合 22"/>
            <p:cNvGrpSpPr/>
            <p:nvPr/>
          </p:nvGrpSpPr>
          <p:grpSpPr>
            <a:xfrm>
              <a:off x="8384" y="5614"/>
              <a:ext cx="8007" cy="340"/>
              <a:chOff x="8384" y="5614"/>
              <a:chExt cx="8007" cy="340"/>
            </a:xfrm>
          </p:grpSpPr>
          <p:cxnSp>
            <p:nvCxnSpPr>
              <p:cNvPr id="35" name="直接连接符 34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3097A4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/>
            <p:cNvGrpSpPr/>
            <p:nvPr/>
          </p:nvGrpSpPr>
          <p:grpSpPr>
            <a:xfrm rot="10800000">
              <a:off x="8381" y="6836"/>
              <a:ext cx="8007" cy="340"/>
              <a:chOff x="8384" y="5614"/>
              <a:chExt cx="8007" cy="340"/>
            </a:xfrm>
          </p:grpSpPr>
          <p:cxnSp>
            <p:nvCxnSpPr>
              <p:cNvPr id="39" name="直接连接符 38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3097A4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2" name="矩形 41"/>
            <p:cNvSpPr/>
            <p:nvPr/>
          </p:nvSpPr>
          <p:spPr>
            <a:xfrm>
              <a:off x="8660" y="5831"/>
              <a:ext cx="7452" cy="1128"/>
            </a:xfrm>
            <a:prstGeom prst="rect">
              <a:avLst/>
            </a:prstGeom>
            <a:solidFill>
              <a:srgbClr val="005364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8724" y="5910"/>
              <a:ext cx="7388" cy="90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sz="28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16 bytes*15 =240bytes</a:t>
              </a:r>
              <a:endParaRPr lang="en-US" sz="28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18473"/>
          <a:stretch>
            <a:fillRect/>
          </a:stretch>
        </p:blipFill>
        <p:spPr>
          <a:xfrm>
            <a:off x="3000375" y="2024380"/>
            <a:ext cx="5310505" cy="2792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73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3552825" y="360045"/>
            <a:ext cx="5086350" cy="991870"/>
            <a:chOff x="8381" y="5614"/>
            <a:chExt cx="8010" cy="1562"/>
          </a:xfrm>
        </p:grpSpPr>
        <p:grpSp>
          <p:nvGrpSpPr>
            <p:cNvPr id="28" name="组合 27"/>
            <p:cNvGrpSpPr/>
            <p:nvPr/>
          </p:nvGrpSpPr>
          <p:grpSpPr>
            <a:xfrm>
              <a:off x="8384" y="5614"/>
              <a:ext cx="8007" cy="340"/>
              <a:chOff x="8384" y="5614"/>
              <a:chExt cx="8007" cy="340"/>
            </a:xfrm>
          </p:grpSpPr>
          <p:cxnSp>
            <p:nvCxnSpPr>
              <p:cNvPr id="29" name="直接连接符 28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2C7196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 rot="10800000">
              <a:off x="8381" y="6836"/>
              <a:ext cx="8007" cy="340"/>
              <a:chOff x="8384" y="5614"/>
              <a:chExt cx="8007" cy="340"/>
            </a:xfrm>
          </p:grpSpPr>
          <p:cxnSp>
            <p:nvCxnSpPr>
              <p:cNvPr id="33" name="直接连接符 32"/>
              <p:cNvCxnSpPr/>
              <p:nvPr/>
            </p:nvCxnSpPr>
            <p:spPr>
              <a:xfrm flipV="1">
                <a:off x="8384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16391" y="5614"/>
                <a:ext cx="0" cy="340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8384" y="5616"/>
                <a:ext cx="8004" cy="0"/>
              </a:xfrm>
              <a:prstGeom prst="line">
                <a:avLst/>
              </a:prstGeom>
              <a:ln w="25400" cap="rnd">
                <a:solidFill>
                  <a:srgbClr val="2C7196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6" name="矩形 35"/>
            <p:cNvSpPr/>
            <p:nvPr/>
          </p:nvSpPr>
          <p:spPr>
            <a:xfrm>
              <a:off x="8660" y="5831"/>
              <a:ext cx="7452" cy="1128"/>
            </a:xfrm>
            <a:prstGeom prst="rect">
              <a:avLst/>
            </a:prstGeom>
            <a:solidFill>
              <a:srgbClr val="2C7196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756" y="5839"/>
              <a:ext cx="7228" cy="111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3. VP to Flash</a:t>
              </a:r>
              <a:endParaRPr lang="en-US" sz="4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60985" y="3245485"/>
            <a:ext cx="118452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sym typeface="+mn-ea"/>
              </a:rPr>
              <a:t>5AA5 </a:t>
            </a:r>
            <a:r>
              <a:rPr lang="en-US" altLang="zh-CN" sz="2800" b="1">
                <a:solidFill>
                  <a:schemeClr val="bg1"/>
                </a:solidFill>
                <a:sym typeface="+mn-ea"/>
              </a:rPr>
              <a:t>      0F</a:t>
            </a:r>
            <a:r>
              <a:rPr lang="zh-CN" altLang="en-US" sz="2800" b="1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sym typeface="+mn-ea"/>
              </a:rPr>
              <a:t>         </a:t>
            </a:r>
            <a:r>
              <a:rPr lang="zh-CN" altLang="en-US" sz="2800" b="1">
                <a:solidFill>
                  <a:schemeClr val="bg1"/>
                </a:solidFill>
                <a:sym typeface="+mn-ea"/>
              </a:rPr>
              <a:t>82 </a:t>
            </a:r>
            <a:r>
              <a:rPr lang="en-US" altLang="zh-CN" sz="2800" b="1">
                <a:solidFill>
                  <a:schemeClr val="bg1"/>
                </a:solidFill>
                <a:sym typeface="+mn-ea"/>
              </a:rPr>
              <a:t>       00AA</a:t>
            </a:r>
            <a:r>
              <a:rPr lang="zh-CN" altLang="en-US" sz="2800" b="1">
                <a:sym typeface="+mn-ea"/>
              </a:rPr>
              <a:t> </a:t>
            </a:r>
            <a:r>
              <a:rPr lang="en-US" altLang="zh-CN" sz="2800" b="1">
                <a:sym typeface="+mn-ea"/>
              </a:rPr>
              <a:t>      </a:t>
            </a:r>
            <a:r>
              <a:rPr lang="zh-CN" altLang="en-US" sz="2800" b="1">
                <a:solidFill>
                  <a:srgbClr val="08FFC8"/>
                </a:solidFill>
                <a:sym typeface="+mn-ea"/>
              </a:rPr>
              <a:t>5A</a:t>
            </a:r>
            <a:r>
              <a:rPr lang="en-US" altLang="zh-CN" sz="2800" b="1">
                <a:solidFill>
                  <a:srgbClr val="08FFC8"/>
                </a:solidFill>
                <a:sym typeface="+mn-ea"/>
              </a:rPr>
              <a:t>         </a:t>
            </a:r>
            <a:r>
              <a:rPr lang="en-US" altLang="zh-CN" sz="2800" b="1">
                <a:solidFill>
                  <a:srgbClr val="F258F8"/>
                </a:solidFill>
                <a:sym typeface="+mn-ea"/>
              </a:rPr>
              <a:t>02</a:t>
            </a:r>
            <a:r>
              <a:rPr lang="zh-CN" altLang="en-US" sz="2800" b="1">
                <a:sym typeface="+mn-ea"/>
              </a:rPr>
              <a:t> </a:t>
            </a:r>
            <a:r>
              <a:rPr lang="en-US" altLang="zh-CN" sz="2800" b="1">
                <a:sym typeface="+mn-ea"/>
              </a:rPr>
              <a:t>      </a:t>
            </a:r>
            <a:r>
              <a:rPr lang="en-US" altLang="zh-CN" sz="2800" b="1">
                <a:solidFill>
                  <a:srgbClr val="638BD5"/>
                </a:solidFill>
                <a:sym typeface="+mn-ea"/>
              </a:rPr>
              <a:t>0100</a:t>
            </a:r>
            <a:r>
              <a:rPr lang="zh-CN" altLang="en-US" sz="2800" b="1">
                <a:sym typeface="+mn-ea"/>
              </a:rPr>
              <a:t> </a:t>
            </a:r>
            <a:r>
              <a:rPr lang="en-US" altLang="zh-CN" sz="2800" b="1">
                <a:sym typeface="+mn-ea"/>
              </a:rPr>
              <a:t>     </a:t>
            </a:r>
            <a:r>
              <a:rPr lang="en-US" altLang="zh-CN" sz="2800" b="1">
                <a:solidFill>
                  <a:srgbClr val="FF3631"/>
                </a:solidFill>
                <a:sym typeface="+mn-ea"/>
              </a:rPr>
              <a:t>8000</a:t>
            </a:r>
            <a:r>
              <a:rPr lang="zh-CN" altLang="en-US" sz="2800" b="1">
                <a:sym typeface="+mn-ea"/>
              </a:rPr>
              <a:t> </a:t>
            </a:r>
            <a:r>
              <a:rPr lang="en-US" altLang="zh-CN" sz="2800" b="1">
                <a:sym typeface="+mn-ea"/>
              </a:rPr>
              <a:t> </a:t>
            </a:r>
            <a:r>
              <a:rPr lang="zh-CN" altLang="en-US" sz="2800" b="1">
                <a:sym typeface="+mn-ea"/>
              </a:rPr>
              <a:t> </a:t>
            </a:r>
            <a:r>
              <a:rPr lang="en-US" altLang="zh-CN" sz="2800" b="1">
                <a:sym typeface="+mn-ea"/>
              </a:rPr>
              <a:t>  </a:t>
            </a:r>
            <a:r>
              <a:rPr lang="zh-CN" altLang="en-US" sz="2800" b="1">
                <a:solidFill>
                  <a:srgbClr val="FFE702"/>
                </a:solidFill>
                <a:sym typeface="+mn-ea"/>
              </a:rPr>
              <a:t>00</a:t>
            </a:r>
            <a:r>
              <a:rPr lang="en-US" sz="2800" b="1">
                <a:solidFill>
                  <a:srgbClr val="FFE702"/>
                </a:solidFill>
                <a:sym typeface="+mn-ea"/>
              </a:rPr>
              <a:t>*6</a:t>
            </a:r>
            <a:endParaRPr lang="en-US"/>
          </a:p>
        </p:txBody>
      </p:sp>
      <p:cxnSp>
        <p:nvCxnSpPr>
          <p:cNvPr id="11" name="直接连接符 10"/>
          <p:cNvCxnSpPr/>
          <p:nvPr>
            <p:custDataLst>
              <p:tags r:id="rId1"/>
            </p:custDataLst>
          </p:nvPr>
        </p:nvCxnSpPr>
        <p:spPr>
          <a:xfrm flipH="1" flipV="1">
            <a:off x="287612" y="3211714"/>
            <a:ext cx="11513185" cy="1206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15" name="椭圆 14"/>
          <p:cNvSpPr/>
          <p:nvPr>
            <p:custDataLst>
              <p:tags r:id="rId2"/>
            </p:custDataLst>
          </p:nvPr>
        </p:nvSpPr>
        <p:spPr>
          <a:xfrm>
            <a:off x="773324" y="3196061"/>
            <a:ext cx="51627" cy="51627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38100">
            <a:solidFill>
              <a:srgbClr val="000000">
                <a:lumMod val="50000"/>
                <a:lumOff val="50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p>
            <a:pPr algn="ctr">
              <a:lnSpc>
                <a:spcPct val="140000"/>
              </a:lnSpc>
            </a:pPr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6" name="圆角矩形 15"/>
          <p:cNvSpPr/>
          <p:nvPr>
            <p:custDataLst>
              <p:tags r:id="rId3"/>
            </p:custDataLst>
          </p:nvPr>
        </p:nvSpPr>
        <p:spPr>
          <a:xfrm>
            <a:off x="1540510" y="1711960"/>
            <a:ext cx="1154430" cy="1224280"/>
          </a:xfrm>
          <a:prstGeom prst="roundRect">
            <a:avLst>
              <a:gd name="adj" fmla="val 5115"/>
            </a:avLst>
          </a:prstGeom>
          <a:solidFill>
            <a:srgbClr val="4750A2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altLang="zh-CN" sz="1200" b="1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0x</a:t>
            </a:r>
            <a:r>
              <a:rPr lang="en-US" sz="1200" b="1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0F=15</a:t>
            </a:r>
            <a:endParaRPr lang="en-US" sz="1200" b="1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Command</a:t>
            </a:r>
            <a:endParaRPr lang="en-US" altLang="zh-CN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length</a:t>
            </a:r>
            <a:endParaRPr lang="en-US" altLang="zh-CN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1" name="椭圆 20"/>
          <p:cNvSpPr/>
          <p:nvPr>
            <p:custDataLst>
              <p:tags r:id="rId4"/>
            </p:custDataLst>
          </p:nvPr>
        </p:nvSpPr>
        <p:spPr>
          <a:xfrm>
            <a:off x="2131340" y="3196061"/>
            <a:ext cx="51627" cy="51627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38100">
            <a:solidFill>
              <a:srgbClr val="000000">
                <a:lumMod val="50000"/>
                <a:lumOff val="50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p>
            <a:pPr algn="ctr">
              <a:lnSpc>
                <a:spcPct val="140000"/>
              </a:lnSpc>
            </a:pPr>
            <a:endParaRPr lang="zh-CN" altLang="en-US" sz="140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5" name="椭圆 24"/>
          <p:cNvSpPr/>
          <p:nvPr>
            <p:custDataLst>
              <p:tags r:id="rId5"/>
            </p:custDataLst>
          </p:nvPr>
        </p:nvSpPr>
        <p:spPr>
          <a:xfrm>
            <a:off x="3528726" y="3196061"/>
            <a:ext cx="51627" cy="51627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38100">
            <a:solidFill>
              <a:srgbClr val="000000">
                <a:lumMod val="50000"/>
                <a:lumOff val="50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p>
            <a:pPr algn="ctr">
              <a:lnSpc>
                <a:spcPct val="140000"/>
              </a:lnSpc>
            </a:pPr>
            <a:endParaRPr lang="zh-CN" altLang="en-US" sz="140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9" name="椭圆 38"/>
          <p:cNvSpPr/>
          <p:nvPr>
            <p:custDataLst>
              <p:tags r:id="rId6"/>
            </p:custDataLst>
          </p:nvPr>
        </p:nvSpPr>
        <p:spPr>
          <a:xfrm>
            <a:off x="4905791" y="3196061"/>
            <a:ext cx="51627" cy="51627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38100">
            <a:solidFill>
              <a:srgbClr val="000000">
                <a:lumMod val="50000"/>
                <a:lumOff val="50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p>
            <a:pPr algn="ctr">
              <a:lnSpc>
                <a:spcPct val="140000"/>
              </a:lnSpc>
            </a:pPr>
            <a:endParaRPr lang="zh-CN" altLang="en-US" sz="140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3" name="椭圆 42"/>
          <p:cNvSpPr/>
          <p:nvPr>
            <p:custDataLst>
              <p:tags r:id="rId7"/>
            </p:custDataLst>
          </p:nvPr>
        </p:nvSpPr>
        <p:spPr>
          <a:xfrm>
            <a:off x="6284127" y="3194156"/>
            <a:ext cx="51627" cy="51627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38100">
            <a:solidFill>
              <a:srgbClr val="000000">
                <a:lumMod val="50000"/>
                <a:lumOff val="50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p>
            <a:pPr algn="ctr">
              <a:lnSpc>
                <a:spcPct val="140000"/>
              </a:lnSpc>
            </a:pPr>
            <a:endParaRPr lang="zh-CN" altLang="en-US" sz="140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8" name="椭圆 47"/>
          <p:cNvSpPr/>
          <p:nvPr>
            <p:custDataLst>
              <p:tags r:id="rId8"/>
            </p:custDataLst>
          </p:nvPr>
        </p:nvSpPr>
        <p:spPr>
          <a:xfrm>
            <a:off x="7552970" y="3196061"/>
            <a:ext cx="51627" cy="51627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38100">
            <a:solidFill>
              <a:srgbClr val="000000">
                <a:lumMod val="50000"/>
                <a:lumOff val="50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p>
            <a:pPr algn="ctr">
              <a:lnSpc>
                <a:spcPct val="140000"/>
              </a:lnSpc>
            </a:pPr>
            <a:endParaRPr lang="zh-CN" altLang="en-US" sz="140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9" name="椭圆 48"/>
          <p:cNvSpPr/>
          <p:nvPr>
            <p:custDataLst>
              <p:tags r:id="rId9"/>
            </p:custDataLst>
          </p:nvPr>
        </p:nvSpPr>
        <p:spPr>
          <a:xfrm>
            <a:off x="8821451" y="3192886"/>
            <a:ext cx="51627" cy="51627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38100">
            <a:solidFill>
              <a:srgbClr val="000000">
                <a:lumMod val="50000"/>
                <a:lumOff val="50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p>
            <a:pPr algn="ctr">
              <a:lnSpc>
                <a:spcPct val="140000"/>
              </a:lnSpc>
            </a:pPr>
            <a:endParaRPr lang="zh-CN" altLang="en-US" sz="140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0" name="椭圆 49"/>
          <p:cNvSpPr/>
          <p:nvPr>
            <p:custDataLst>
              <p:tags r:id="rId10"/>
            </p:custDataLst>
          </p:nvPr>
        </p:nvSpPr>
        <p:spPr>
          <a:xfrm>
            <a:off x="10158511" y="3191616"/>
            <a:ext cx="51627" cy="51627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38100">
            <a:solidFill>
              <a:srgbClr val="000000">
                <a:lumMod val="50000"/>
                <a:lumOff val="50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p>
            <a:pPr algn="ctr">
              <a:lnSpc>
                <a:spcPct val="140000"/>
              </a:lnSpc>
            </a:pPr>
            <a:endParaRPr lang="zh-CN" altLang="en-US" sz="140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" name="椭圆 50"/>
          <p:cNvSpPr/>
          <p:nvPr>
            <p:custDataLst>
              <p:tags r:id="rId11"/>
            </p:custDataLst>
          </p:nvPr>
        </p:nvSpPr>
        <p:spPr>
          <a:xfrm>
            <a:off x="11508907" y="3194156"/>
            <a:ext cx="51627" cy="51627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38100">
            <a:solidFill>
              <a:srgbClr val="000000">
                <a:lumMod val="50000"/>
                <a:lumOff val="50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p>
            <a:pPr algn="ctr">
              <a:lnSpc>
                <a:spcPct val="140000"/>
              </a:lnSpc>
            </a:pPr>
            <a:endParaRPr lang="zh-CN" altLang="en-US" sz="140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3" name="圆角矩形 52"/>
          <p:cNvSpPr/>
          <p:nvPr>
            <p:custDataLst>
              <p:tags r:id="rId12"/>
            </p:custDataLst>
          </p:nvPr>
        </p:nvSpPr>
        <p:spPr>
          <a:xfrm>
            <a:off x="359410" y="1711960"/>
            <a:ext cx="878840" cy="1224280"/>
          </a:xfrm>
          <a:prstGeom prst="roundRect">
            <a:avLst>
              <a:gd name="adj" fmla="val 5115"/>
            </a:avLst>
          </a:prstGeom>
          <a:solidFill>
            <a:srgbClr val="90515D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Frame header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5" name="圆角矩形 54"/>
          <p:cNvSpPr/>
          <p:nvPr>
            <p:custDataLst>
              <p:tags r:id="rId13"/>
            </p:custDataLst>
          </p:nvPr>
        </p:nvSpPr>
        <p:spPr>
          <a:xfrm>
            <a:off x="2997835" y="1715135"/>
            <a:ext cx="1066165" cy="1224280"/>
          </a:xfrm>
          <a:prstGeom prst="roundRect">
            <a:avLst>
              <a:gd name="adj" fmla="val 5115"/>
            </a:avLst>
          </a:prstGeom>
          <a:solidFill>
            <a:srgbClr val="3D8C33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Write</a:t>
            </a:r>
            <a:r>
              <a:rPr lang="en-US" sz="1200" b="1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 </a:t>
            </a:r>
            <a:endParaRPr lang="en-US" sz="1200" b="1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command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8" name="圆角矩形 57"/>
          <p:cNvSpPr/>
          <p:nvPr>
            <p:custDataLst>
              <p:tags r:id="rId14"/>
            </p:custDataLst>
          </p:nvPr>
        </p:nvSpPr>
        <p:spPr>
          <a:xfrm>
            <a:off x="4364355" y="1715135"/>
            <a:ext cx="1102360" cy="1224280"/>
          </a:xfrm>
          <a:prstGeom prst="roundRect">
            <a:avLst>
              <a:gd name="adj" fmla="val 5115"/>
            </a:avLst>
          </a:prstGeom>
          <a:solidFill>
            <a:srgbClr val="905C35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System VP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address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9" name="圆角矩形 58"/>
          <p:cNvSpPr/>
          <p:nvPr>
            <p:custDataLst>
              <p:tags r:id="rId15"/>
            </p:custDataLst>
          </p:nvPr>
        </p:nvSpPr>
        <p:spPr>
          <a:xfrm>
            <a:off x="5730875" y="1706245"/>
            <a:ext cx="954405" cy="1224280"/>
          </a:xfrm>
          <a:prstGeom prst="roundRect">
            <a:avLst>
              <a:gd name="adj" fmla="val 5115"/>
            </a:avLst>
          </a:prstGeom>
          <a:solidFill>
            <a:srgbClr val="2D7391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D11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Enable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flag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0" name="圆角矩形 59"/>
          <p:cNvSpPr/>
          <p:nvPr>
            <p:custDataLst>
              <p:tags r:id="rId16"/>
            </p:custDataLst>
          </p:nvPr>
        </p:nvSpPr>
        <p:spPr>
          <a:xfrm>
            <a:off x="8279130" y="1708785"/>
            <a:ext cx="1154430" cy="1224280"/>
          </a:xfrm>
          <a:prstGeom prst="roundRect">
            <a:avLst>
              <a:gd name="adj" fmla="val 5115"/>
            </a:avLst>
          </a:prstGeom>
          <a:solidFill>
            <a:srgbClr val="4750A2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D9:D8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file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starting location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1" name="圆角矩形 60"/>
          <p:cNvSpPr/>
          <p:nvPr>
            <p:custDataLst>
              <p:tags r:id="rId17"/>
            </p:custDataLst>
          </p:nvPr>
        </p:nvSpPr>
        <p:spPr>
          <a:xfrm>
            <a:off x="6987540" y="1706245"/>
            <a:ext cx="1061720" cy="1224280"/>
          </a:xfrm>
          <a:prstGeom prst="roundRect">
            <a:avLst>
              <a:gd name="adj" fmla="val 5115"/>
            </a:avLst>
          </a:prstGeom>
          <a:solidFill>
            <a:srgbClr val="90515D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D10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Operation mode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2" name="圆角矩形 61"/>
          <p:cNvSpPr/>
          <p:nvPr>
            <p:custDataLst>
              <p:tags r:id="rId18"/>
            </p:custDataLst>
          </p:nvPr>
        </p:nvSpPr>
        <p:spPr>
          <a:xfrm>
            <a:off x="9716770" y="1706245"/>
            <a:ext cx="932815" cy="1224280"/>
          </a:xfrm>
          <a:prstGeom prst="roundRect">
            <a:avLst>
              <a:gd name="adj" fmla="val 5115"/>
            </a:avLst>
          </a:prstGeom>
          <a:solidFill>
            <a:srgbClr val="3D8C33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D7:D6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VP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address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3" name="圆角矩形 62"/>
          <p:cNvSpPr/>
          <p:nvPr>
            <p:custDataLst>
              <p:tags r:id="rId19"/>
            </p:custDataLst>
          </p:nvPr>
        </p:nvSpPr>
        <p:spPr>
          <a:xfrm>
            <a:off x="10932795" y="1715135"/>
            <a:ext cx="1102360" cy="1224280"/>
          </a:xfrm>
          <a:prstGeom prst="roundRect">
            <a:avLst>
              <a:gd name="adj" fmla="val 5115"/>
            </a:avLst>
          </a:prstGeom>
          <a:solidFill>
            <a:srgbClr val="905C35"/>
          </a:solidFill>
          <a:ln w="28575" cmpd="sng">
            <a:solidFill>
              <a:schemeClr val="bg1"/>
            </a:solidFill>
            <a:prstDash val="solid"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D5:D0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120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Undefine,write 00</a:t>
            </a:r>
            <a:endParaRPr lang="en-US" sz="1200" spc="15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3369310" y="3806825"/>
            <a:ext cx="8192770" cy="1175385"/>
            <a:chOff x="7081" y="7748"/>
            <a:chExt cx="12902" cy="1851"/>
          </a:xfrm>
        </p:grpSpPr>
        <p:sp>
          <p:nvSpPr>
            <p:cNvPr id="65" name="左大括号 64"/>
            <p:cNvSpPr/>
            <p:nvPr/>
          </p:nvSpPr>
          <p:spPr>
            <a:xfrm rot="16200000">
              <a:off x="13322" y="1507"/>
              <a:ext cx="420" cy="12902"/>
            </a:xfrm>
            <a:prstGeom prst="leftBrace">
              <a:avLst/>
            </a:prstGeom>
            <a:ln w="28575" cmpd="sng">
              <a:solidFill>
                <a:schemeClr val="bg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1581" y="8486"/>
              <a:ext cx="4079" cy="111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altLang="zh-CN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15 bytes</a:t>
              </a:r>
              <a:endParaRPr lang="en-US" altLang="zh-CN" sz="4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154438" y="4203978"/>
            <a:ext cx="4209785" cy="1159371"/>
            <a:chOff x="8660" y="5831"/>
            <a:chExt cx="7452" cy="1310"/>
          </a:xfrm>
        </p:grpSpPr>
        <p:sp>
          <p:nvSpPr>
            <p:cNvPr id="68" name="矩形 67"/>
            <p:cNvSpPr/>
            <p:nvPr/>
          </p:nvSpPr>
          <p:spPr>
            <a:xfrm>
              <a:off x="8660" y="5831"/>
              <a:ext cx="7452" cy="1128"/>
            </a:xfrm>
            <a:prstGeom prst="rect">
              <a:avLst/>
            </a:prstGeom>
            <a:solidFill>
              <a:srgbClr val="005364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8724" y="5994"/>
              <a:ext cx="7388" cy="114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sz="2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Reset command:</a:t>
              </a:r>
              <a:endParaRPr lang="en-US" sz="2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  <a:p>
              <a:pPr algn="ctr"/>
              <a:r>
                <a:rPr lang="en-US" sz="20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5AA5 07 82 0004 55AA 5AA5</a:t>
              </a:r>
              <a:endParaRPr lang="en-US" sz="2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  <a:p>
              <a:pPr algn="ctr"/>
              <a:endParaRPr lang="en-US" sz="20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73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4" name="组合 43"/>
          <p:cNvGrpSpPr/>
          <p:nvPr/>
        </p:nvGrpSpPr>
        <p:grpSpPr>
          <a:xfrm>
            <a:off x="204470" y="362585"/>
            <a:ext cx="4181475" cy="914400"/>
            <a:chOff x="1350" y="3705"/>
            <a:chExt cx="3000" cy="1440"/>
          </a:xfrm>
        </p:grpSpPr>
        <p:sp>
          <p:nvSpPr>
            <p:cNvPr id="45" name="矩形 44"/>
            <p:cNvSpPr/>
            <p:nvPr/>
          </p:nvSpPr>
          <p:spPr>
            <a:xfrm>
              <a:off x="1350" y="3705"/>
              <a:ext cx="3000" cy="1440"/>
            </a:xfrm>
            <a:prstGeom prst="rect">
              <a:avLst/>
            </a:prstGeom>
            <a:solidFill>
              <a:srgbClr val="016F7A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350" y="3868"/>
              <a:ext cx="3000" cy="1152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p>
              <a:pPr algn="ctr"/>
              <a:r>
                <a:rPr lang="en-US" sz="4000">
                  <a:solidFill>
                    <a:schemeClr val="bg1"/>
                  </a:solidFill>
                  <a:effectLst>
                    <a:glow rad="152400">
                      <a:srgbClr val="14FCFF">
                        <a:alpha val="28000"/>
                      </a:srgbClr>
                    </a:glow>
                  </a:effectLst>
                </a:rPr>
                <a:t>Project File</a:t>
              </a:r>
              <a:endParaRPr lang="en-US" sz="4000">
                <a:solidFill>
                  <a:schemeClr val="bg1"/>
                </a:solidFill>
                <a:effectLst>
                  <a:glow rad="152400">
                    <a:srgbClr val="14FCFF">
                      <a:alpha val="28000"/>
                    </a:srgbClr>
                  </a:glow>
                </a:effectLst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621915" y="1422400"/>
            <a:ext cx="1353820" cy="52197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sz="28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rPr>
              <a:t>32.icl</a:t>
            </a:r>
            <a:endParaRPr lang="en-US" sz="2800">
              <a:solidFill>
                <a:schemeClr val="bg1"/>
              </a:solidFill>
              <a:effectLst>
                <a:glow rad="152400">
                  <a:srgbClr val="14FCFF">
                    <a:alpha val="34000"/>
                  </a:srgbClr>
                </a:glow>
              </a:effectLst>
            </a:endParaRPr>
          </a:p>
        </p:txBody>
      </p:sp>
      <p:grpSp>
        <p:nvGrpSpPr>
          <p:cNvPr id="29" name="组合 28"/>
          <p:cNvGrpSpPr/>
          <p:nvPr>
            <p:custDataLst>
              <p:tags r:id="rId1"/>
            </p:custDataLst>
          </p:nvPr>
        </p:nvGrpSpPr>
        <p:grpSpPr>
          <a:xfrm>
            <a:off x="1355090" y="1964055"/>
            <a:ext cx="4243070" cy="3415665"/>
            <a:chOff x="2134" y="3093"/>
            <a:chExt cx="6682" cy="5379"/>
          </a:xfrm>
        </p:grpSpPr>
        <p:grpSp>
          <p:nvGrpSpPr>
            <p:cNvPr id="8" name="组合 7"/>
            <p:cNvGrpSpPr/>
            <p:nvPr>
              <p:custDataLst>
                <p:tags r:id="rId2"/>
              </p:custDataLst>
            </p:nvPr>
          </p:nvGrpSpPr>
          <p:grpSpPr>
            <a:xfrm>
              <a:off x="2134" y="3093"/>
              <a:ext cx="6682" cy="4012"/>
              <a:chOff x="2134" y="3093"/>
              <a:chExt cx="6682" cy="4012"/>
            </a:xfrm>
          </p:grpSpPr>
          <p:pic>
            <p:nvPicPr>
              <p:cNvPr id="5" name="图片 4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>
                <a:off x="2134" y="3093"/>
                <a:ext cx="6683" cy="4013"/>
              </a:xfrm>
              <a:prstGeom prst="rect">
                <a:avLst/>
              </a:prstGeom>
            </p:spPr>
          </p:pic>
          <p:sp>
            <p:nvSpPr>
              <p:cNvPr id="6" name="文本框 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030" y="3366"/>
                <a:ext cx="1228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>
                    <a:solidFill>
                      <a:schemeClr val="accent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21:00pm</a:t>
                </a:r>
                <a:endParaRPr lang="en-US" altLang="zh-CN" sz="1200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3269" y="7452"/>
              <a:ext cx="4197" cy="1020"/>
              <a:chOff x="2134" y="7554"/>
              <a:chExt cx="6630" cy="1020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2134" y="7554"/>
                <a:ext cx="6630" cy="1020"/>
              </a:xfrm>
              <a:prstGeom prst="rect">
                <a:avLst/>
              </a:prstGeom>
              <a:solidFill>
                <a:srgbClr val="005364">
                  <a:alpha val="88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2134" y="7626"/>
                <a:ext cx="6573" cy="822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p>
                <a:pPr algn="ctr"/>
                <a:r>
                  <a:rPr lang="en-US" sz="2800">
                    <a:solidFill>
                      <a:schemeClr val="bg1"/>
                    </a:solidFill>
                    <a:effectLst>
                      <a:glow rad="152400">
                        <a:srgbClr val="14FCFF">
                          <a:alpha val="34000"/>
                        </a:srgbClr>
                      </a:glow>
                    </a:effectLst>
                  </a:rPr>
                  <a:t>Project 1</a:t>
                </a:r>
                <a:endParaRPr lang="en-US" sz="28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endParaRPr>
              </a:p>
            </p:txBody>
          </p:sp>
        </p:grpSp>
      </p:grpSp>
      <p:grpSp>
        <p:nvGrpSpPr>
          <p:cNvPr id="30" name="组合 29"/>
          <p:cNvGrpSpPr/>
          <p:nvPr>
            <p:custDataLst>
              <p:tags r:id="rId6"/>
            </p:custDataLst>
          </p:nvPr>
        </p:nvGrpSpPr>
        <p:grpSpPr>
          <a:xfrm>
            <a:off x="6461760" y="1944370"/>
            <a:ext cx="4276090" cy="3435350"/>
            <a:chOff x="10176" y="3062"/>
            <a:chExt cx="6734" cy="5410"/>
          </a:xfrm>
        </p:grpSpPr>
        <p:grpSp>
          <p:nvGrpSpPr>
            <p:cNvPr id="9" name="组合 8"/>
            <p:cNvGrpSpPr/>
            <p:nvPr>
              <p:custDataLst>
                <p:tags r:id="rId7"/>
              </p:custDataLst>
            </p:nvPr>
          </p:nvGrpSpPr>
          <p:grpSpPr>
            <a:xfrm>
              <a:off x="10176" y="3062"/>
              <a:ext cx="6734" cy="4044"/>
              <a:chOff x="10176" y="3062"/>
              <a:chExt cx="6734" cy="4044"/>
            </a:xfrm>
          </p:grpSpPr>
          <p:pic>
            <p:nvPicPr>
              <p:cNvPr id="4" name="图片 3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>
                <a:off x="10176" y="3062"/>
                <a:ext cx="6734" cy="4044"/>
              </a:xfrm>
              <a:prstGeom prst="rect">
                <a:avLst/>
              </a:prstGeom>
            </p:spPr>
          </p:pic>
          <p:sp>
            <p:nvSpPr>
              <p:cNvPr id="7" name="文本框 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5113" y="3366"/>
                <a:ext cx="1228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>
                    <a:solidFill>
                      <a:schemeClr val="accent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14:00pm</a:t>
                </a:r>
                <a:endParaRPr lang="en-US" altLang="zh-CN" sz="1200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1457" y="7452"/>
              <a:ext cx="4197" cy="1020"/>
              <a:chOff x="2134" y="7554"/>
              <a:chExt cx="6630" cy="1020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2134" y="7554"/>
                <a:ext cx="6630" cy="1020"/>
              </a:xfrm>
              <a:prstGeom prst="rect">
                <a:avLst/>
              </a:prstGeom>
              <a:solidFill>
                <a:srgbClr val="005364">
                  <a:alpha val="88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2134" y="7626"/>
                <a:ext cx="6573" cy="822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p>
                <a:pPr algn="ctr"/>
                <a:r>
                  <a:rPr lang="en-US" sz="2800">
                    <a:solidFill>
                      <a:schemeClr val="bg1"/>
                    </a:solidFill>
                    <a:effectLst>
                      <a:glow rad="152400">
                        <a:srgbClr val="14FCFF">
                          <a:alpha val="34000"/>
                        </a:srgbClr>
                      </a:glow>
                    </a:effectLst>
                  </a:rPr>
                  <a:t>Project 2</a:t>
                </a:r>
                <a:endParaRPr lang="en-US" sz="28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endParaRPr>
              </a:p>
            </p:txBody>
          </p:sp>
        </p:grpSp>
      </p:grpSp>
      <p:grpSp>
        <p:nvGrpSpPr>
          <p:cNvPr id="25" name="组合 24"/>
          <p:cNvGrpSpPr/>
          <p:nvPr>
            <p:custDataLst>
              <p:tags r:id="rId11"/>
            </p:custDataLst>
          </p:nvPr>
        </p:nvGrpSpPr>
        <p:grpSpPr>
          <a:xfrm>
            <a:off x="4908550" y="2413000"/>
            <a:ext cx="2206625" cy="521970"/>
            <a:chOff x="7730" y="3800"/>
            <a:chExt cx="3475" cy="822"/>
          </a:xfrm>
        </p:grpSpPr>
        <p:cxnSp>
          <p:nvCxnSpPr>
            <p:cNvPr id="20" name="直接连接符 19"/>
            <p:cNvCxnSpPr/>
            <p:nvPr>
              <p:custDataLst>
                <p:tags r:id="rId12"/>
              </p:custDataLst>
            </p:nvPr>
          </p:nvCxnSpPr>
          <p:spPr>
            <a:xfrm>
              <a:off x="7730" y="4508"/>
              <a:ext cx="3475" cy="0"/>
            </a:xfrm>
            <a:prstGeom prst="line">
              <a:avLst/>
            </a:prstGeom>
            <a:ln w="25400" cap="rnd">
              <a:solidFill>
                <a:srgbClr val="3097A4"/>
              </a:solidFill>
              <a:round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>
              <p:custDataLst>
                <p:tags r:id="rId13"/>
              </p:custDataLst>
            </p:nvPr>
          </p:nvSpPr>
          <p:spPr>
            <a:xfrm>
              <a:off x="8477" y="3800"/>
              <a:ext cx="2132" cy="82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sz="28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13.bin</a:t>
              </a:r>
              <a:endParaRPr lang="en-US" sz="28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4"/>
            </p:custDataLst>
          </p:nvPr>
        </p:nvGrpSpPr>
        <p:grpSpPr>
          <a:xfrm>
            <a:off x="3465830" y="4221480"/>
            <a:ext cx="5168900" cy="799465"/>
            <a:chOff x="5458" y="6648"/>
            <a:chExt cx="8140" cy="1259"/>
          </a:xfrm>
        </p:grpSpPr>
        <p:grpSp>
          <p:nvGrpSpPr>
            <p:cNvPr id="15" name="组合 14"/>
            <p:cNvGrpSpPr/>
            <p:nvPr/>
          </p:nvGrpSpPr>
          <p:grpSpPr>
            <a:xfrm>
              <a:off x="5458" y="6648"/>
              <a:ext cx="8140" cy="308"/>
              <a:chOff x="3345" y="9905"/>
              <a:chExt cx="7123" cy="308"/>
            </a:xfrm>
          </p:grpSpPr>
          <p:cxnSp>
            <p:nvCxnSpPr>
              <p:cNvPr id="12" name="直接连接符 11"/>
              <p:cNvCxnSpPr/>
              <p:nvPr>
                <p:custDataLst>
                  <p:tags r:id="rId15"/>
                </p:custDataLst>
              </p:nvPr>
            </p:nvCxnSpPr>
            <p:spPr>
              <a:xfrm rot="10800000" flipV="1">
                <a:off x="10468" y="9905"/>
                <a:ext cx="0" cy="308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>
                <p:custDataLst>
                  <p:tags r:id="rId16"/>
                </p:custDataLst>
              </p:nvPr>
            </p:nvCxnSpPr>
            <p:spPr>
              <a:xfrm rot="10800000" flipV="1">
                <a:off x="3345" y="9905"/>
                <a:ext cx="0" cy="308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>
                <p:custDataLst>
                  <p:tags r:id="rId17"/>
                </p:custDataLst>
              </p:nvPr>
            </p:nvCxnSpPr>
            <p:spPr>
              <a:xfrm rot="10800000">
                <a:off x="3348" y="10211"/>
                <a:ext cx="7121" cy="0"/>
              </a:xfrm>
              <a:prstGeom prst="line">
                <a:avLst/>
              </a:prstGeom>
              <a:ln w="25400" cap="rnd">
                <a:solidFill>
                  <a:srgbClr val="3097A4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2" name="文本框 21"/>
            <p:cNvSpPr txBox="1"/>
            <p:nvPr>
              <p:custDataLst>
                <p:tags r:id="rId18"/>
              </p:custDataLst>
            </p:nvPr>
          </p:nvSpPr>
          <p:spPr>
            <a:xfrm>
              <a:off x="8362" y="7085"/>
              <a:ext cx="2132" cy="82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sz="28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14.bin</a:t>
              </a:r>
              <a:endParaRPr lang="en-US" sz="28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19"/>
            </p:custDataLst>
          </p:nvPr>
        </p:nvGrpSpPr>
        <p:grpSpPr>
          <a:xfrm>
            <a:off x="4834255" y="1222375"/>
            <a:ext cx="5160010" cy="916305"/>
            <a:chOff x="7613" y="1925"/>
            <a:chExt cx="8126" cy="1443"/>
          </a:xfrm>
        </p:grpSpPr>
        <p:grpSp>
          <p:nvGrpSpPr>
            <p:cNvPr id="19" name="组合 18"/>
            <p:cNvGrpSpPr/>
            <p:nvPr/>
          </p:nvGrpSpPr>
          <p:grpSpPr>
            <a:xfrm>
              <a:off x="7613" y="2743"/>
              <a:ext cx="8126" cy="625"/>
              <a:chOff x="3348" y="8800"/>
              <a:chExt cx="7123" cy="308"/>
            </a:xfrm>
          </p:grpSpPr>
          <p:cxnSp>
            <p:nvCxnSpPr>
              <p:cNvPr id="16" name="直接连接符 15"/>
              <p:cNvCxnSpPr/>
              <p:nvPr>
                <p:custDataLst>
                  <p:tags r:id="rId20"/>
                </p:custDataLst>
              </p:nvPr>
            </p:nvCxnSpPr>
            <p:spPr>
              <a:xfrm flipV="1">
                <a:off x="3348" y="8800"/>
                <a:ext cx="0" cy="308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>
                <p:custDataLst>
                  <p:tags r:id="rId21"/>
                </p:custDataLst>
              </p:nvPr>
            </p:nvCxnSpPr>
            <p:spPr>
              <a:xfrm flipV="1">
                <a:off x="10471" y="8800"/>
                <a:ext cx="0" cy="308"/>
              </a:xfrm>
              <a:prstGeom prst="line">
                <a:avLst/>
              </a:prstGeom>
              <a:ln w="25400">
                <a:solidFill>
                  <a:srgbClr val="3097A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3348" y="8802"/>
                <a:ext cx="7121" cy="0"/>
              </a:xfrm>
              <a:prstGeom prst="line">
                <a:avLst/>
              </a:prstGeom>
              <a:ln w="25400" cap="rnd">
                <a:solidFill>
                  <a:srgbClr val="3097A4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1" name="文本框 20"/>
            <p:cNvSpPr txBox="1"/>
            <p:nvPr/>
          </p:nvSpPr>
          <p:spPr>
            <a:xfrm>
              <a:off x="10609" y="1925"/>
              <a:ext cx="2132" cy="82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algn="ctr"/>
              <a:r>
                <a:rPr lang="en-US" sz="2800">
                  <a:solidFill>
                    <a:schemeClr val="bg1"/>
                  </a:solidFill>
                  <a:effectLst>
                    <a:glow rad="152400">
                      <a:srgbClr val="14FCFF">
                        <a:alpha val="34000"/>
                      </a:srgbClr>
                    </a:glow>
                  </a:effectLst>
                </a:rPr>
                <a:t>22.bin</a:t>
              </a:r>
              <a:endParaRPr lang="en-US" sz="2800">
                <a:solidFill>
                  <a:schemeClr val="bg1"/>
                </a:solidFill>
                <a:effectLst>
                  <a:glow rad="152400">
                    <a:srgbClr val="14FCFF">
                      <a:alpha val="34000"/>
                    </a:srgbClr>
                  </a:glow>
                </a:effectLst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153.8,&quot;left&quot;:165.95,&quot;top&quot;:180.45,&quot;width&quot;:631.85}"/>
</p:tagLst>
</file>

<file path=ppt/tags/tag2.xml><?xml version="1.0" encoding="utf-8"?>
<p:tagLst xmlns:p="http://schemas.openxmlformats.org/presentationml/2006/main">
  <p:tag name="KSO_WM_DIAGRAM_VIRTUALLY_FRAME" val="{&quot;height&quot;:153.8,&quot;left&quot;:165.95,&quot;top&quot;:180.45,&quot;width&quot;:631.85}"/>
</p:tagLst>
</file>

<file path=ppt/tags/tag3.xml><?xml version="1.0" encoding="utf-8"?>
<p:tagLst xmlns:p="http://schemas.openxmlformats.org/presentationml/2006/main">
  <p:tag name="KSO_WM_DIAGRAM_VIRTUALLY_FRAME" val="{&quot;height&quot;:153.8,&quot;left&quot;:165.95,&quot;top&quot;:180.45,&quot;width&quot;:631.85}"/>
</p:tagLst>
</file>

<file path=ppt/tags/tag4.xml><?xml version="1.0" encoding="utf-8"?>
<p:tagLst xmlns:p="http://schemas.openxmlformats.org/presentationml/2006/main">
  <p:tag name="KSO_WM_DIAGRAM_VIRTUALLY_FRAME" val="{&quot;height&quot;:153.8,&quot;left&quot;:165.95,&quot;top&quot;:180.45,&quot;width&quot;:631.85}"/>
</p:tagLst>
</file>

<file path=ppt/tags/tag5.xml><?xml version="1.0" encoding="utf-8"?>
<p:tagLst xmlns:p="http://schemas.openxmlformats.org/presentationml/2006/main">
  <p:tag name="KSO_WM_DIAGRAM_VIRTUALLY_FRAME" val="{&quot;height&quot;:153.8,&quot;left&quot;:165.95,&quot;top&quot;:180.45,&quot;width&quot;:631.85}"/>
</p:tagLst>
</file>

<file path=ppt/tags/tag6.xml><?xml version="1.0" encoding="utf-8"?>
<p:tagLst xmlns:p="http://schemas.openxmlformats.org/presentationml/2006/main">
  <p:tag name="KSO_WM_DIAGRAM_VIRTUALLY_FRAME" val="{&quot;height&quot;:153.8,&quot;left&quot;:165.95,&quot;top&quot;:180.45,&quot;width&quot;:631.85}"/>
</p:tagLst>
</file>

<file path=ppt/tags/tag7.xml><?xml version="1.0" encoding="utf-8"?>
<p:tagLst xmlns:p="http://schemas.openxmlformats.org/presentationml/2006/main">
  <p:tag name="KSO_WM_DIAGRAM_VIRTUALLY_FRAME" val="{&quot;height&quot;:153.8,&quot;left&quot;:165.95,&quot;top&quot;:180.45,&quot;width&quot;:631.85}"/>
</p:tagLst>
</file>

<file path=ppt/tags/tag8.xml><?xml version="1.0" encoding="utf-8"?>
<p:tagLst xmlns:p="http://schemas.openxmlformats.org/presentationml/2006/main">
  <p:tag name="KSO_WM_DIAGRAM_VIRTUALLY_FRAME" val="{&quot;height&quot;:153.8,&quot;left&quot;:165.95,&quot;top&quot;:180.45,&quot;width&quot;:631.85}"/>
</p:tagLst>
</file>

<file path=ppt/tags/tag9.xml><?xml version="1.0" encoding="utf-8"?>
<p:tagLst xmlns:p="http://schemas.openxmlformats.org/presentationml/2006/main">
  <p:tag name="KSO_WM_DIAGRAM_VIRTUALLY_FRAME" val="{&quot;height&quot;:153.8,&quot;left&quot;:165.95,&quot;top&quot;:180.45,&quot;width&quot;:631.85}"/>
</p:tagLst>
</file>

<file path=ppt/tags/tag10.xml><?xml version="1.0" encoding="utf-8"?>
<p:tagLst xmlns:p="http://schemas.openxmlformats.org/presentationml/2006/main">
  <p:tag name="KSO_WM_DIAGRAM_VIRTUALLY_FRAME" val="{&quot;height&quot;:153.8,&quot;left&quot;:165.95,&quot;top&quot;:180.45,&quot;width&quot;:631.85}"/>
</p:tagLst>
</file>

<file path=ppt/tags/tag11.xml><?xml version="1.0" encoding="utf-8"?>
<p:tagLst xmlns:p="http://schemas.openxmlformats.org/presentationml/2006/main">
  <p:tag name="KSO_WM_DIAGRAM_VIRTUALLY_FRAME" val="{&quot;height&quot;:153.8,&quot;left&quot;:165.95,&quot;top&quot;:180.45,&quot;width&quot;:631.85}"/>
</p:tagLst>
</file>

<file path=ppt/tags/tag12.xml><?xml version="1.0" encoding="utf-8"?>
<p:tagLst xmlns:p="http://schemas.openxmlformats.org/presentationml/2006/main">
  <p:tag name="KSO_WM_DIAGRAM_VIRTUALLY_FRAME" val="{&quot;height&quot;:153.8,&quot;left&quot;:165.95,&quot;top&quot;:180.45,&quot;width&quot;:631.85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160433_4*m_i*1_1"/>
  <p:tag name="KSO_WM_TEMPLATE_CATEGORY" val="diagram"/>
  <p:tag name="KSO_WM_TEMPLATE_INDEX" val="160433"/>
  <p:tag name="KSO_WM_UNIT_LAYERLEVEL" val="1_1"/>
  <p:tag name="KSO_WM_TAG_VERSION" val="1.0"/>
  <p:tag name="KSO_WM_UNIT_LINE_FORE_SCHEMECOLOR_INDEX" val="13"/>
  <p:tag name="KSO_WM_UNIT_LINE_FILL_TYPE" val="2"/>
  <p:tag name="KSO_WM_DIAGRAM_VIRTUALLY_FRAME" val="{&quot;height&quot;:4.215118110236221,&quot;left&quot;:29.396614173228226,&quot;top&quot;:186.9083464566929,&quot;width&quot;:906.55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160433_4*m_h_i*1_1_1"/>
  <p:tag name="KSO_WM_TEMPLATE_CATEGORY" val="diagram"/>
  <p:tag name="KSO_WM_TEMPLATE_INDEX" val="160433"/>
  <p:tag name="KSO_WM_UNIT_LAYERLEVEL" val="1_1_1"/>
  <p:tag name="KSO_WM_TAG_VERSION" val="1.0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DIAGRAM_VIRTUALLY_FRAME" val="{&quot;height&quot;:4.215118110236221,&quot;left&quot;:29.396614173228226,&quot;top&quot;:186.9083464566929,&quot;width&quot;:906.55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160433_4*m_h_i*1_2_1"/>
  <p:tag name="KSO_WM_TEMPLATE_CATEGORY" val="diagram"/>
  <p:tag name="KSO_WM_TEMPLATE_INDEX" val="160433"/>
  <p:tag name="KSO_WM_UNIT_LAYERLEVEL" val="1_1_1"/>
  <p:tag name="KSO_WM_TAG_VERSION" val="1.0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DIAGRAM_VIRTUALLY_FRAME" val="{&quot;height&quot;:4.215118110236221,&quot;left&quot;:29.396614173228226,&quot;top&quot;:186.9083464566929,&quot;width&quot;:906.55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160433_4*m_h_i*1_3_3"/>
  <p:tag name="KSO_WM_TEMPLATE_CATEGORY" val="diagram"/>
  <p:tag name="KSO_WM_TEMPLATE_INDEX" val="160433"/>
  <p:tag name="KSO_WM_UNIT_LAYERLEVEL" val="1_1_1"/>
  <p:tag name="KSO_WM_TAG_VERSION" val="1.0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DIAGRAM_VIRTUALLY_FRAME" val="{&quot;height&quot;:4.215118110236221,&quot;left&quot;:29.396614173228226,&quot;top&quot;:186.9083464566929,&quot;width&quot;:906.55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diagram160433_4*m_h_i*1_4_1"/>
  <p:tag name="KSO_WM_TEMPLATE_CATEGORY" val="diagram"/>
  <p:tag name="KSO_WM_TEMPLATE_INDEX" val="160433"/>
  <p:tag name="KSO_WM_UNIT_LAYERLEVEL" val="1_1_1"/>
  <p:tag name="KSO_WM_TAG_VERSION" val="1.0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DIAGRAM_VIRTUALLY_FRAME" val="{&quot;height&quot;:4.215118110236221,&quot;left&quot;:29.396614173228226,&quot;top&quot;:186.9083464566929,&quot;width&quot;:906.55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1"/>
  <p:tag name="KSO_WM_UNIT_ID" val="diagram160433_4*m_h_i*1_5_1"/>
  <p:tag name="KSO_WM_TEMPLATE_CATEGORY" val="diagram"/>
  <p:tag name="KSO_WM_TEMPLATE_INDEX" val="160433"/>
  <p:tag name="KSO_WM_UNIT_LAYERLEVEL" val="1_1_1"/>
  <p:tag name="KSO_WM_TAG_VERSION" val="1.0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DIAGRAM_VIRTUALLY_FRAME" val="{&quot;height&quot;:4.215118110236221,&quot;left&quot;:29.396614173228226,&quot;top&quot;:186.9083464566929,&quot;width&quot;:906.55}"/>
</p:tagLst>
</file>

<file path=ppt/tags/tag19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20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21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160433_4*m_i*1_1"/>
  <p:tag name="KSO_WM_TEMPLATE_CATEGORY" val="diagram"/>
  <p:tag name="KSO_WM_TEMPLATE_INDEX" val="160433"/>
  <p:tag name="KSO_WM_UNIT_LAYERLEVEL" val="1_1"/>
  <p:tag name="KSO_WM_TAG_VERSION" val="1.0"/>
  <p:tag name="KSO_WM_BEAUTIFY_FLAG" val="#wm#"/>
  <p:tag name="KSO_WM_UNIT_LINE_FORE_SCHEMECOLOR_INDEX" val="13"/>
  <p:tag name="KSO_WM_UNIT_LINE_FILL_TYPE" val="2"/>
  <p:tag name="KSO_WM_DIAGRAM_VIRTUALLY_FRAME" val="{&quot;height&quot;:4.215118110236199,&quot;left&quot;:22.646614173228226,&quot;top&quot;:251.50834645669292,&quot;width&quot;:906.55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160433_4*m_h_i*1_1_1"/>
  <p:tag name="KSO_WM_TEMPLATE_CATEGORY" val="diagram"/>
  <p:tag name="KSO_WM_TEMPLATE_INDEX" val="160433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DIAGRAM_VIRTUALLY_FRAME" val="{&quot;height&quot;:4.215118110236199,&quot;left&quot;:22.646614173228226,&quot;top&quot;:251.50834645669292,&quot;width&quot;:906.55}"/>
</p:tagLst>
</file>

<file path=ppt/tags/tag26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160433_4*m_h_i*1_2_1"/>
  <p:tag name="KSO_WM_TEMPLATE_CATEGORY" val="diagram"/>
  <p:tag name="KSO_WM_TEMPLATE_INDEX" val="160433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DIAGRAM_VIRTUALLY_FRAME" val="{&quot;height&quot;:4.215118110236199,&quot;left&quot;:22.646614173228226,&quot;top&quot;:251.50834645669292,&quot;width&quot;:906.55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160433_4*m_h_i*1_3_3"/>
  <p:tag name="KSO_WM_TEMPLATE_CATEGORY" val="diagram"/>
  <p:tag name="KSO_WM_TEMPLATE_INDEX" val="160433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DIAGRAM_VIRTUALLY_FRAME" val="{&quot;height&quot;:4.215118110236199,&quot;left&quot;:22.646614173228226,&quot;top&quot;:251.50834645669292,&quot;width&quot;:906.55}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diagram160433_4*m_h_i*1_4_1"/>
  <p:tag name="KSO_WM_TEMPLATE_CATEGORY" val="diagram"/>
  <p:tag name="KSO_WM_TEMPLATE_INDEX" val="160433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DIAGRAM_VIRTUALLY_FRAME" val="{&quot;height&quot;:4.215118110236199,&quot;left&quot;:22.646614173228226,&quot;top&quot;:251.50834645669292,&quot;width&quot;:906.55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1"/>
  <p:tag name="KSO_WM_UNIT_ID" val="diagram160433_4*m_h_i*1_5_1"/>
  <p:tag name="KSO_WM_TEMPLATE_CATEGORY" val="diagram"/>
  <p:tag name="KSO_WM_TEMPLATE_INDEX" val="160433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DIAGRAM_VIRTUALLY_FRAME" val="{&quot;height&quot;:4.215118110236199,&quot;left&quot;:22.646614173228226,&quot;top&quot;:251.50834645669292,&quot;width&quot;:906.55}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160433_4*m_h_i*1_2_1"/>
  <p:tag name="KSO_WM_TEMPLATE_CATEGORY" val="diagram"/>
  <p:tag name="KSO_WM_TEMPLATE_INDEX" val="160433"/>
  <p:tag name="KSO_WM_UNIT_LAYERLEVEL" val="1_1_1"/>
  <p:tag name="KSO_WM_TAG_VERSION" val="1.0"/>
  <p:tag name="KSO_WM_BEAUTIFY_FLAG" val="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160433_4*m_h_i*1_3_3"/>
  <p:tag name="KSO_WM_TEMPLATE_CATEGORY" val="diagram"/>
  <p:tag name="KSO_WM_TEMPLATE_INDEX" val="160433"/>
  <p:tag name="KSO_WM_UNIT_LAYERLEVEL" val="1_1_1"/>
  <p:tag name="KSO_WM_TAG_VERSION" val="1.0"/>
  <p:tag name="KSO_WM_BEAUTIFY_FLAG" val="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diagram160433_4*m_h_i*1_4_1"/>
  <p:tag name="KSO_WM_TEMPLATE_CATEGORY" val="diagram"/>
  <p:tag name="KSO_WM_TEMPLATE_INDEX" val="160433"/>
  <p:tag name="KSO_WM_UNIT_LAYERLEVEL" val="1_1_1"/>
  <p:tag name="KSO_WM_TAG_VERSION" val="1.0"/>
  <p:tag name="KSO_WM_BEAUTIFY_FLAG" val="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1"/>
  <p:tag name="KSO_WM_UNIT_ID" val="diagram160433_4*m_h_i*1_5_1"/>
  <p:tag name="KSO_WM_TEMPLATE_CATEGORY" val="diagram"/>
  <p:tag name="KSO_WM_TEMPLATE_INDEX" val="160433"/>
  <p:tag name="KSO_WM_UNIT_LAYERLEVEL" val="1_1_1"/>
  <p:tag name="KSO_WM_TAG_VERSION" val="1.0"/>
  <p:tag name="KSO_WM_BEAUTIFY_FLAG" val=""/>
  <p:tag name="KSO_WM_UNIT_FILL_FORE_SCHEMECOLOR_INDEX" val="14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</p:tagLst>
</file>

<file path=ppt/tags/tag35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36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37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160433_4*m_h_f*1_2_1"/>
  <p:tag name="KSO_WM_TEMPLATE_CATEGORY" val="diagram"/>
  <p:tag name="KSO_WM_TEMPLATE_INDEX" val="160433"/>
  <p:tag name="KSO_WM_UNIT_LAYERLEVEL" val="1_1_1"/>
  <p:tag name="KSO_WM_TAG_VERSION" val="1.0"/>
  <p:tag name="KSO_WM_UNIT_PRESET_TEXT" val="单击此处添加文本具体内容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43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44.xml><?xml version="1.0" encoding="utf-8"?>
<p:tagLst xmlns:p="http://schemas.openxmlformats.org/presentationml/2006/main">
  <p:tag name="KSO_WM_DIAGRAM_VIRTUALLY_FRAME" val="{&quot;height&quot;:299.1,&quot;left&quot;:106.7,&quot;top&quot;:96.25,&quot;width&quot;:738.8}"/>
</p:tagLst>
</file>

<file path=ppt/tags/tag45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46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47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48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49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50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51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52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53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54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55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56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57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58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59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60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61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62.xml><?xml version="1.0" encoding="utf-8"?>
<p:tagLst xmlns:p="http://schemas.openxmlformats.org/presentationml/2006/main">
  <p:tag name="KSO_WM_DIAGRAM_VIRTUALLY_FRAME" val="{&quot;height&quot;:327.35,&quot;left&quot;:106.7,&quot;top&quot;:96.25,&quot;width&quot;:738.8}"/>
</p:tagLst>
</file>

<file path=ppt/tags/tag63.xml><?xml version="1.0" encoding="utf-8"?>
<p:tagLst xmlns:p="http://schemas.openxmlformats.org/presentationml/2006/main">
  <p:tag name="KSO_WPP_MARK_KEY" val="790838ae-1783-4cef-bba7-841f12323f9a"/>
  <p:tag name="COMMONDATA" val="eyJjb3VudCI6NzgsImhkaWQiOiJmZmZhZmY1MTQ3Y2U4NDIxNTMzYzMyM2NhY2NkYmJjOCIsInVzZXJDb3VudCI6Nzh9"/>
  <p:tag name="commondata" val="eyJjb3VudCI6NzksImhkaWQiOiJmZmZhZmY1MTQ3Y2U4NDIxNTMzYzMyM2NhY2NkYmJjOCIsInVzZXJDb3VudCI6Nzl9"/>
  <p:tag name="resource_record_key" val="{&quot;70&quot;:[3314109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1135</Words>
  <Application>WPS 演示</Application>
  <PresentationFormat>宽屏</PresentationFormat>
  <Paragraphs>140</Paragraphs>
  <Slides>11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延波 徐</dc:creator>
  <cp:lastModifiedBy>Joseph Zbukvic</cp:lastModifiedBy>
  <cp:revision>211</cp:revision>
  <dcterms:created xsi:type="dcterms:W3CDTF">2019-06-25T07:38:00Z</dcterms:created>
  <dcterms:modified xsi:type="dcterms:W3CDTF">2024-09-12T06:11:52Z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KSOTemplateUUID">
    <vt:lpwstr>v1.0_mb_e7dVLIt5C0EjvleTdCvEfw==</vt:lpwstr>
  </property>
  <property fmtid="{D5CDD505-2E9C-101B-9397-08002B2CF9AE}" pid="4" name="ICV">
    <vt:lpwstr>7104EBA3464E4ABF8DA12D70CE45A869</vt:lpwstr>
  </property>
</Properties>
</file>